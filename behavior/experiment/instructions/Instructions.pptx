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92" r:id="rId4"/>
    <p:sldId id="293" r:id="rId5"/>
    <p:sldId id="262" r:id="rId6"/>
    <p:sldId id="277" r:id="rId7"/>
    <p:sldId id="278" r:id="rId8"/>
    <p:sldId id="270" r:id="rId9"/>
    <p:sldId id="288" r:id="rId10"/>
    <p:sldId id="289" r:id="rId11"/>
    <p:sldId id="290" r:id="rId12"/>
    <p:sldId id="291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tegorization" id="{3DB780F7-0920-4C6E-9D66-B9ED3261DA8E}">
          <p14:sldIdLst>
            <p14:sldId id="256"/>
            <p14:sldId id="264"/>
            <p14:sldId id="292"/>
            <p14:sldId id="293"/>
            <p14:sldId id="262"/>
          </p14:sldIdLst>
        </p14:section>
        <p14:section name="Rating" id="{2756EDD5-CD0B-4264-8D67-4228FD9D0AE9}">
          <p14:sldIdLst>
            <p14:sldId id="277"/>
            <p14:sldId id="278"/>
            <p14:sldId id="270"/>
            <p14:sldId id="288"/>
            <p14:sldId id="289"/>
            <p14:sldId id="290"/>
            <p14:sldId id="291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7D7D7D"/>
    <a:srgbClr val="80808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13DB01-9BD1-4468-9D52-9ABBD93ABB28}" v="7" dt="2024-05-31T12:23:17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 Engeser" userId="a533b431-da3e-471f-8983-fd723c6850d4" providerId="ADAL" clId="{05E83482-96C4-4B03-864C-FE5F129C6CDA}"/>
    <pc:docChg chg="undo custSel addSld delSld modSld sldOrd modMainMaster addSection modSection">
      <pc:chgData name="Micha Engeser" userId="a533b431-da3e-471f-8983-fd723c6850d4" providerId="ADAL" clId="{05E83482-96C4-4B03-864C-FE5F129C6CDA}" dt="2023-12-15T10:50:16.873" v="3811" actId="20577"/>
      <pc:docMkLst>
        <pc:docMk/>
      </pc:docMkLst>
      <pc:sldChg chg="addSp delSp modSp mod setBg modClrScheme chgLayout">
        <pc:chgData name="Micha Engeser" userId="a533b431-da3e-471f-8983-fd723c6850d4" providerId="ADAL" clId="{05E83482-96C4-4B03-864C-FE5F129C6CDA}" dt="2023-12-04T09:15:05.530" v="3747" actId="1076"/>
        <pc:sldMkLst>
          <pc:docMk/>
          <pc:sldMk cId="3993129042" sldId="256"/>
        </pc:sldMkLst>
        <pc:spChg chg="add del mod">
          <ac:chgData name="Micha Engeser" userId="a533b431-da3e-471f-8983-fd723c6850d4" providerId="ADAL" clId="{05E83482-96C4-4B03-864C-FE5F129C6CDA}" dt="2023-11-27T15:48:58.092" v="3047" actId="478"/>
          <ac:spMkLst>
            <pc:docMk/>
            <pc:sldMk cId="3993129042" sldId="256"/>
            <ac:spMk id="2" creationId="{E1263701-C5C5-9C74-8DAD-98349A237F0A}"/>
          </ac:spMkLst>
        </pc:spChg>
        <pc:spChg chg="add del mod ord">
          <ac:chgData name="Micha Engeser" userId="a533b431-da3e-471f-8983-fd723c6850d4" providerId="ADAL" clId="{05E83482-96C4-4B03-864C-FE5F129C6CDA}" dt="2023-11-27T15:51:29.026" v="3082" actId="478"/>
          <ac:spMkLst>
            <pc:docMk/>
            <pc:sldMk cId="3993129042" sldId="256"/>
            <ac:spMk id="3" creationId="{E63E7FDD-EF4D-9978-1A53-ED43A13D6038}"/>
          </ac:spMkLst>
        </pc:spChg>
        <pc:spChg chg="mod ord">
          <ac:chgData name="Micha Engeser" userId="a533b431-da3e-471f-8983-fd723c6850d4" providerId="ADAL" clId="{05E83482-96C4-4B03-864C-FE5F129C6CDA}" dt="2023-12-04T09:13:38.981" v="3742" actId="167"/>
          <ac:spMkLst>
            <pc:docMk/>
            <pc:sldMk cId="3993129042" sldId="256"/>
            <ac:spMk id="4" creationId="{00000000-0000-0000-0000-000000000000}"/>
          </ac:spMkLst>
        </pc:spChg>
        <pc:spChg chg="add del mod">
          <ac:chgData name="Micha Engeser" userId="a533b431-da3e-471f-8983-fd723c6850d4" providerId="ADAL" clId="{05E83482-96C4-4B03-864C-FE5F129C6CDA}" dt="2023-11-27T15:51:38" v="3083" actId="478"/>
          <ac:spMkLst>
            <pc:docMk/>
            <pc:sldMk cId="3993129042" sldId="256"/>
            <ac:spMk id="6" creationId="{3545D98F-5C7B-AD11-8F46-D02117E523B6}"/>
          </ac:spMkLst>
        </pc:spChg>
        <pc:picChg chg="add mod ord">
          <ac:chgData name="Micha Engeser" userId="a533b431-da3e-471f-8983-fd723c6850d4" providerId="ADAL" clId="{05E83482-96C4-4B03-864C-FE5F129C6CDA}" dt="2023-12-04T09:15:05.530" v="3747" actId="1076"/>
          <ac:picMkLst>
            <pc:docMk/>
            <pc:sldMk cId="3993129042" sldId="256"/>
            <ac:picMk id="2" creationId="{9DF22546-8DDC-F6F4-3646-3C474562AB71}"/>
          </ac:picMkLst>
        </pc:picChg>
        <pc:picChg chg="add mod ord">
          <ac:chgData name="Micha Engeser" userId="a533b431-da3e-471f-8983-fd723c6850d4" providerId="ADAL" clId="{05E83482-96C4-4B03-864C-FE5F129C6CDA}" dt="2023-12-04T09:14:50.269" v="3744" actId="1582"/>
          <ac:picMkLst>
            <pc:docMk/>
            <pc:sldMk cId="3993129042" sldId="256"/>
            <ac:picMk id="3" creationId="{9F095D0F-73D0-2DB2-C177-72C81F4A434E}"/>
          </ac:picMkLst>
        </pc:picChg>
        <pc:picChg chg="del mod">
          <ac:chgData name="Micha Engeser" userId="a533b431-da3e-471f-8983-fd723c6850d4" providerId="ADAL" clId="{05E83482-96C4-4B03-864C-FE5F129C6CDA}" dt="2023-12-04T09:13:32.957" v="3741" actId="478"/>
          <ac:picMkLst>
            <pc:docMk/>
            <pc:sldMk cId="3993129042" sldId="256"/>
            <ac:picMk id="9" creationId="{1A89498A-8CFB-C0CE-E327-0F29E32E2FBD}"/>
          </ac:picMkLst>
        </pc:picChg>
        <pc:picChg chg="del mod">
          <ac:chgData name="Micha Engeser" userId="a533b431-da3e-471f-8983-fd723c6850d4" providerId="ADAL" clId="{05E83482-96C4-4B03-864C-FE5F129C6CDA}" dt="2023-12-04T09:13:31.873" v="3740" actId="478"/>
          <ac:picMkLst>
            <pc:docMk/>
            <pc:sldMk cId="3993129042" sldId="256"/>
            <ac:picMk id="12" creationId="{338039F2-14B5-BB5E-4368-E9B77A849C77}"/>
          </ac:picMkLst>
        </pc:picChg>
      </pc:sldChg>
      <pc:sldChg chg="del">
        <pc:chgData name="Micha Engeser" userId="a533b431-da3e-471f-8983-fd723c6850d4" providerId="ADAL" clId="{05E83482-96C4-4B03-864C-FE5F129C6CDA}" dt="2023-11-03T13:56:02.252" v="1315" actId="47"/>
        <pc:sldMkLst>
          <pc:docMk/>
          <pc:sldMk cId="735242250" sldId="258"/>
        </pc:sldMkLst>
      </pc:sldChg>
      <pc:sldChg chg="del">
        <pc:chgData name="Micha Engeser" userId="a533b431-da3e-471f-8983-fd723c6850d4" providerId="ADAL" clId="{05E83482-96C4-4B03-864C-FE5F129C6CDA}" dt="2023-11-03T13:46:50.489" v="1211" actId="47"/>
        <pc:sldMkLst>
          <pc:docMk/>
          <pc:sldMk cId="3993068824" sldId="259"/>
        </pc:sldMkLst>
      </pc:sldChg>
      <pc:sldChg chg="del">
        <pc:chgData name="Micha Engeser" userId="a533b431-da3e-471f-8983-fd723c6850d4" providerId="ADAL" clId="{05E83482-96C4-4B03-864C-FE5F129C6CDA}" dt="2023-11-03T13:55:36.655" v="1292" actId="47"/>
        <pc:sldMkLst>
          <pc:docMk/>
          <pc:sldMk cId="1194465973" sldId="260"/>
        </pc:sldMkLst>
      </pc:sldChg>
      <pc:sldChg chg="del">
        <pc:chgData name="Micha Engeser" userId="a533b431-da3e-471f-8983-fd723c6850d4" providerId="ADAL" clId="{05E83482-96C4-4B03-864C-FE5F129C6CDA}" dt="2023-11-03T13:55:30.549" v="1291" actId="47"/>
        <pc:sldMkLst>
          <pc:docMk/>
          <pc:sldMk cId="1554016153" sldId="261"/>
        </pc:sldMkLst>
      </pc:sldChg>
      <pc:sldChg chg="modSp mod ord setBg">
        <pc:chgData name="Micha Engeser" userId="a533b431-da3e-471f-8983-fd723c6850d4" providerId="ADAL" clId="{05E83482-96C4-4B03-864C-FE5F129C6CDA}" dt="2023-12-01T13:27:51.192" v="3661"/>
        <pc:sldMkLst>
          <pc:docMk/>
          <pc:sldMk cId="1597402663" sldId="262"/>
        </pc:sldMkLst>
        <pc:spChg chg="mod">
          <ac:chgData name="Micha Engeser" userId="a533b431-da3e-471f-8983-fd723c6850d4" providerId="ADAL" clId="{05E83482-96C4-4B03-864C-FE5F129C6CDA}" dt="2023-11-24T15:59:54.644" v="3021" actId="20577"/>
          <ac:spMkLst>
            <pc:docMk/>
            <pc:sldMk cId="1597402663" sldId="262"/>
            <ac:spMk id="4" creationId="{00000000-0000-0000-0000-000000000000}"/>
          </ac:spMkLst>
        </pc:spChg>
      </pc:sldChg>
      <pc:sldChg chg="addSp delSp modSp mod ord setBg">
        <pc:chgData name="Micha Engeser" userId="a533b431-da3e-471f-8983-fd723c6850d4" providerId="ADAL" clId="{05E83482-96C4-4B03-864C-FE5F129C6CDA}" dt="2023-12-04T09:16:53.709" v="3774" actId="1076"/>
        <pc:sldMkLst>
          <pc:docMk/>
          <pc:sldMk cId="3521823961" sldId="264"/>
        </pc:sldMkLst>
        <pc:spChg chg="mod">
          <ac:chgData name="Micha Engeser" userId="a533b431-da3e-471f-8983-fd723c6850d4" providerId="ADAL" clId="{05E83482-96C4-4B03-864C-FE5F129C6CDA}" dt="2023-11-27T15:52:06.887" v="3085" actId="20577"/>
          <ac:spMkLst>
            <pc:docMk/>
            <pc:sldMk cId="3521823961" sldId="264"/>
            <ac:spMk id="4" creationId="{00000000-0000-0000-0000-000000000000}"/>
          </ac:spMkLst>
        </pc:spChg>
        <pc:spChg chg="add del">
          <ac:chgData name="Micha Engeser" userId="a533b431-da3e-471f-8983-fd723c6850d4" providerId="ADAL" clId="{05E83482-96C4-4B03-864C-FE5F129C6CDA}" dt="2023-11-27T15:49:15.820" v="3061" actId="22"/>
          <ac:spMkLst>
            <pc:docMk/>
            <pc:sldMk cId="3521823961" sldId="264"/>
            <ac:spMk id="5" creationId="{7171573B-35F9-76BA-DD54-61DF907F85A3}"/>
          </ac:spMkLst>
        </pc:spChg>
        <pc:spChg chg="add del mod">
          <ac:chgData name="Micha Engeser" userId="a533b431-da3e-471f-8983-fd723c6850d4" providerId="ADAL" clId="{05E83482-96C4-4B03-864C-FE5F129C6CDA}" dt="2023-11-27T15:49:51.043" v="3071"/>
          <ac:spMkLst>
            <pc:docMk/>
            <pc:sldMk cId="3521823961" sldId="264"/>
            <ac:spMk id="6" creationId="{550D72BE-E123-6FCE-30CE-CFF19D1BCBE1}"/>
          </ac:spMkLst>
        </pc:spChg>
        <pc:spChg chg="mod">
          <ac:chgData name="Micha Engeser" userId="a533b431-da3e-471f-8983-fd723c6850d4" providerId="ADAL" clId="{05E83482-96C4-4B03-864C-FE5F129C6CDA}" dt="2023-12-04T09:16:53.709" v="3774" actId="1076"/>
          <ac:spMkLst>
            <pc:docMk/>
            <pc:sldMk cId="3521823961" sldId="264"/>
            <ac:spMk id="15" creationId="{97743DB1-FA0C-37E7-E303-A1AF55B8C84A}"/>
          </ac:spMkLst>
        </pc:spChg>
        <pc:spChg chg="mod">
          <ac:chgData name="Micha Engeser" userId="a533b431-da3e-471f-8983-fd723c6850d4" providerId="ADAL" clId="{05E83482-96C4-4B03-864C-FE5F129C6CDA}" dt="2023-12-04T09:16:53.709" v="3774" actId="1076"/>
          <ac:spMkLst>
            <pc:docMk/>
            <pc:sldMk cId="3521823961" sldId="264"/>
            <ac:spMk id="20" creationId="{5D09B655-9AE2-CD82-FD32-3842B4E7CE51}"/>
          </ac:spMkLst>
        </pc:spChg>
        <pc:picChg chg="add mod">
          <ac:chgData name="Micha Engeser" userId="a533b431-da3e-471f-8983-fd723c6850d4" providerId="ADAL" clId="{05E83482-96C4-4B03-864C-FE5F129C6CDA}" dt="2023-12-04T09:16:53.709" v="3774" actId="1076"/>
          <ac:picMkLst>
            <pc:docMk/>
            <pc:sldMk cId="3521823961" sldId="264"/>
            <ac:picMk id="2" creationId="{9F6942C4-867F-78CF-B118-4B5540BCBCD6}"/>
          </ac:picMkLst>
        </pc:picChg>
        <pc:picChg chg="del mod">
          <ac:chgData name="Micha Engeser" userId="a533b431-da3e-471f-8983-fd723c6850d4" providerId="ADAL" clId="{05E83482-96C4-4B03-864C-FE5F129C6CDA}" dt="2023-12-04T09:15:17.685" v="3750" actId="478"/>
          <ac:picMkLst>
            <pc:docMk/>
            <pc:sldMk cId="3521823961" sldId="264"/>
            <ac:picMk id="3" creationId="{203BE947-F453-4732-6E5E-DE77E119B2E2}"/>
          </ac:picMkLst>
        </pc:picChg>
        <pc:picChg chg="add mod">
          <ac:chgData name="Micha Engeser" userId="a533b431-da3e-471f-8983-fd723c6850d4" providerId="ADAL" clId="{05E83482-96C4-4B03-864C-FE5F129C6CDA}" dt="2023-12-04T09:16:44.094" v="3773" actId="1076"/>
          <ac:picMkLst>
            <pc:docMk/>
            <pc:sldMk cId="3521823961" sldId="264"/>
            <ac:picMk id="5" creationId="{A667181F-EEC2-39A4-6F9E-C62229F93863}"/>
          </ac:picMkLst>
        </pc:picChg>
        <pc:picChg chg="del mod">
          <ac:chgData name="Micha Engeser" userId="a533b431-da3e-471f-8983-fd723c6850d4" providerId="ADAL" clId="{05E83482-96C4-4B03-864C-FE5F129C6CDA}" dt="2023-12-04T09:15:18.935" v="3751" actId="478"/>
          <ac:picMkLst>
            <pc:docMk/>
            <pc:sldMk cId="3521823961" sldId="264"/>
            <ac:picMk id="14" creationId="{915BF254-634A-721C-649A-E789B159443A}"/>
          </ac:picMkLst>
        </pc:picChg>
        <pc:picChg chg="mod">
          <ac:chgData name="Micha Engeser" userId="a533b431-da3e-471f-8983-fd723c6850d4" providerId="ADAL" clId="{05E83482-96C4-4B03-864C-FE5F129C6CDA}" dt="2023-12-04T09:16:53.709" v="3774" actId="1076"/>
          <ac:picMkLst>
            <pc:docMk/>
            <pc:sldMk cId="3521823961" sldId="264"/>
            <ac:picMk id="1028" creationId="{54921F55-1CC2-E0AA-F781-B13E39422D11}"/>
          </ac:picMkLst>
        </pc:picChg>
        <pc:cxnChg chg="mod">
          <ac:chgData name="Micha Engeser" userId="a533b431-da3e-471f-8983-fd723c6850d4" providerId="ADAL" clId="{05E83482-96C4-4B03-864C-FE5F129C6CDA}" dt="2023-12-04T09:16:53.709" v="3774" actId="1076"/>
          <ac:cxnSpMkLst>
            <pc:docMk/>
            <pc:sldMk cId="3521823961" sldId="264"/>
            <ac:cxnSpMk id="17" creationId="{BA3039BC-4FF1-DE75-D33F-9B39A4FF01A4}"/>
          </ac:cxnSpMkLst>
        </pc:cxnChg>
        <pc:cxnChg chg="mod">
          <ac:chgData name="Micha Engeser" userId="a533b431-da3e-471f-8983-fd723c6850d4" providerId="ADAL" clId="{05E83482-96C4-4B03-864C-FE5F129C6CDA}" dt="2023-12-04T09:16:53.709" v="3774" actId="1076"/>
          <ac:cxnSpMkLst>
            <pc:docMk/>
            <pc:sldMk cId="3521823961" sldId="264"/>
            <ac:cxnSpMk id="21" creationId="{7E196047-6CDC-E235-C9D7-35AC5696AAD3}"/>
          </ac:cxnSpMkLst>
        </pc:cxnChg>
      </pc:sldChg>
      <pc:sldChg chg="del">
        <pc:chgData name="Micha Engeser" userId="a533b431-da3e-471f-8983-fd723c6850d4" providerId="ADAL" clId="{05E83482-96C4-4B03-864C-FE5F129C6CDA}" dt="2023-11-03T13:46:42.272" v="1208" actId="47"/>
        <pc:sldMkLst>
          <pc:docMk/>
          <pc:sldMk cId="2019135309" sldId="265"/>
        </pc:sldMkLst>
      </pc:sldChg>
      <pc:sldChg chg="del">
        <pc:chgData name="Micha Engeser" userId="a533b431-da3e-471f-8983-fd723c6850d4" providerId="ADAL" clId="{05E83482-96C4-4B03-864C-FE5F129C6CDA}" dt="2023-11-03T13:46:51.563" v="1212" actId="47"/>
        <pc:sldMkLst>
          <pc:docMk/>
          <pc:sldMk cId="3832710868" sldId="266"/>
        </pc:sldMkLst>
      </pc:sldChg>
      <pc:sldChg chg="del">
        <pc:chgData name="Micha Engeser" userId="a533b431-da3e-471f-8983-fd723c6850d4" providerId="ADAL" clId="{05E83482-96C4-4B03-864C-FE5F129C6CDA}" dt="2023-11-03T13:46:44.923" v="1209" actId="47"/>
        <pc:sldMkLst>
          <pc:docMk/>
          <pc:sldMk cId="3737660239" sldId="267"/>
        </pc:sldMkLst>
      </pc:sldChg>
      <pc:sldChg chg="del">
        <pc:chgData name="Micha Engeser" userId="a533b431-da3e-471f-8983-fd723c6850d4" providerId="ADAL" clId="{05E83482-96C4-4B03-864C-FE5F129C6CDA}" dt="2023-11-03T13:46:48.272" v="1210" actId="47"/>
        <pc:sldMkLst>
          <pc:docMk/>
          <pc:sldMk cId="1672981800" sldId="268"/>
        </pc:sldMkLst>
      </pc:sldChg>
      <pc:sldChg chg="modSp del mod">
        <pc:chgData name="Micha Engeser" userId="a533b431-da3e-471f-8983-fd723c6850d4" providerId="ADAL" clId="{05E83482-96C4-4B03-864C-FE5F129C6CDA}" dt="2023-11-24T14:50:10.019" v="1329" actId="47"/>
        <pc:sldMkLst>
          <pc:docMk/>
          <pc:sldMk cId="2998264015" sldId="269"/>
        </pc:sldMkLst>
        <pc:spChg chg="mod">
          <ac:chgData name="Micha Engeser" userId="a533b431-da3e-471f-8983-fd723c6850d4" providerId="ADAL" clId="{05E83482-96C4-4B03-864C-FE5F129C6CDA}" dt="2023-11-03T10:17:54.666" v="6" actId="20577"/>
          <ac:spMkLst>
            <pc:docMk/>
            <pc:sldMk cId="2998264015" sldId="269"/>
            <ac:spMk id="4" creationId="{00000000-0000-0000-0000-000000000000}"/>
          </ac:spMkLst>
        </pc:spChg>
      </pc:sldChg>
      <pc:sldChg chg="addSp delSp modSp add mod ord setBg">
        <pc:chgData name="Micha Engeser" userId="a533b431-da3e-471f-8983-fd723c6850d4" providerId="ADAL" clId="{05E83482-96C4-4B03-864C-FE5F129C6CDA}" dt="2023-12-01T13:28:40.133" v="3672" actId="20577"/>
        <pc:sldMkLst>
          <pc:docMk/>
          <pc:sldMk cId="2338977154" sldId="270"/>
        </pc:sldMkLst>
        <pc:spChg chg="add del">
          <ac:chgData name="Micha Engeser" userId="a533b431-da3e-471f-8983-fd723c6850d4" providerId="ADAL" clId="{05E83482-96C4-4B03-864C-FE5F129C6CDA}" dt="2023-11-24T15:24:11.602" v="2502"/>
          <ac:spMkLst>
            <pc:docMk/>
            <pc:sldMk cId="2338977154" sldId="270"/>
            <ac:spMk id="2" creationId="{2A153E99-4F63-FE41-2DC6-DDBB279D6ADE}"/>
          </ac:spMkLst>
        </pc:spChg>
        <pc:spChg chg="add del mod">
          <ac:chgData name="Micha Engeser" userId="a533b431-da3e-471f-8983-fd723c6850d4" providerId="ADAL" clId="{05E83482-96C4-4B03-864C-FE5F129C6CDA}" dt="2023-11-24T15:24:24.859" v="2506"/>
          <ac:spMkLst>
            <pc:docMk/>
            <pc:sldMk cId="2338977154" sldId="270"/>
            <ac:spMk id="3" creationId="{5533AE1F-64CC-6EDB-78FA-A320472CFC15}"/>
          </ac:spMkLst>
        </pc:spChg>
        <pc:spChg chg="add del">
          <ac:chgData name="Micha Engeser" userId="a533b431-da3e-471f-8983-fd723c6850d4" providerId="ADAL" clId="{05E83482-96C4-4B03-864C-FE5F129C6CDA}" dt="2023-12-01T12:40:43.669" v="3369" actId="478"/>
          <ac:spMkLst>
            <pc:docMk/>
            <pc:sldMk cId="2338977154" sldId="270"/>
            <ac:spMk id="3" creationId="{C6A81CC4-0FD0-95C7-3308-F2AA65D92B23}"/>
          </ac:spMkLst>
        </pc:spChg>
        <pc:spChg chg="mod">
          <ac:chgData name="Micha Engeser" userId="a533b431-da3e-471f-8983-fd723c6850d4" providerId="ADAL" clId="{05E83482-96C4-4B03-864C-FE5F129C6CDA}" dt="2023-12-01T13:28:40.133" v="3672" actId="20577"/>
          <ac:spMkLst>
            <pc:docMk/>
            <pc:sldMk cId="2338977154" sldId="270"/>
            <ac:spMk id="4" creationId="{00000000-0000-0000-0000-000000000000}"/>
          </ac:spMkLst>
        </pc:spChg>
        <pc:spChg chg="add del">
          <ac:chgData name="Micha Engeser" userId="a533b431-da3e-471f-8983-fd723c6850d4" providerId="ADAL" clId="{05E83482-96C4-4B03-864C-FE5F129C6CDA}" dt="2023-11-24T15:27:23.959" v="2535"/>
          <ac:spMkLst>
            <pc:docMk/>
            <pc:sldMk cId="2338977154" sldId="270"/>
            <ac:spMk id="5" creationId="{6C258F52-ABDF-C3A3-2692-FB89B120C4D3}"/>
          </ac:spMkLst>
        </pc:spChg>
        <pc:spChg chg="add del mod">
          <ac:chgData name="Micha Engeser" userId="a533b431-da3e-471f-8983-fd723c6850d4" providerId="ADAL" clId="{05E83482-96C4-4B03-864C-FE5F129C6CDA}" dt="2023-12-01T13:16:40.437" v="3378" actId="478"/>
          <ac:spMkLst>
            <pc:docMk/>
            <pc:sldMk cId="2338977154" sldId="270"/>
            <ac:spMk id="6" creationId="{3CE7954B-586E-187C-6981-41C0CDD41E16}"/>
          </ac:spMkLst>
        </pc:spChg>
        <pc:spChg chg="add del mod">
          <ac:chgData name="Micha Engeser" userId="a533b431-da3e-471f-8983-fd723c6850d4" providerId="ADAL" clId="{05E83482-96C4-4B03-864C-FE5F129C6CDA}" dt="2023-12-01T13:16:40.437" v="3378" actId="478"/>
          <ac:spMkLst>
            <pc:docMk/>
            <pc:sldMk cId="2338977154" sldId="270"/>
            <ac:spMk id="7" creationId="{0AA3FE03-F79A-542E-C548-871038B6ADAD}"/>
          </ac:spMkLst>
        </pc:spChg>
        <pc:spChg chg="del mod">
          <ac:chgData name="Micha Engeser" userId="a533b431-da3e-471f-8983-fd723c6850d4" providerId="ADAL" clId="{05E83482-96C4-4B03-864C-FE5F129C6CDA}" dt="2023-12-01T13:16:40.437" v="3378" actId="478"/>
          <ac:spMkLst>
            <pc:docMk/>
            <pc:sldMk cId="2338977154" sldId="270"/>
            <ac:spMk id="15" creationId="{97743DB1-FA0C-37E7-E303-A1AF55B8C84A}"/>
          </ac:spMkLst>
        </pc:spChg>
        <pc:spChg chg="del mod">
          <ac:chgData name="Micha Engeser" userId="a533b431-da3e-471f-8983-fd723c6850d4" providerId="ADAL" clId="{05E83482-96C4-4B03-864C-FE5F129C6CDA}" dt="2023-12-01T13:16:40.437" v="3378" actId="478"/>
          <ac:spMkLst>
            <pc:docMk/>
            <pc:sldMk cId="2338977154" sldId="270"/>
            <ac:spMk id="20" creationId="{5D09B655-9AE2-CD82-FD32-3842B4E7CE51}"/>
          </ac:spMkLst>
        </pc:spChg>
        <pc:picChg chg="del">
          <ac:chgData name="Micha Engeser" userId="a533b431-da3e-471f-8983-fd723c6850d4" providerId="ADAL" clId="{05E83482-96C4-4B03-864C-FE5F129C6CDA}" dt="2023-11-03T13:20:29.441" v="538" actId="478"/>
          <ac:picMkLst>
            <pc:docMk/>
            <pc:sldMk cId="2338977154" sldId="270"/>
            <ac:picMk id="3" creationId="{203BE947-F453-4732-6E5E-DE77E119B2E2}"/>
          </ac:picMkLst>
        </pc:picChg>
        <pc:picChg chg="add mod">
          <ac:chgData name="Micha Engeser" userId="a533b431-da3e-471f-8983-fd723c6850d4" providerId="ADAL" clId="{05E83482-96C4-4B03-864C-FE5F129C6CDA}" dt="2023-12-01T13:17:46.264" v="3452" actId="1076"/>
          <ac:picMkLst>
            <pc:docMk/>
            <pc:sldMk cId="2338977154" sldId="270"/>
            <ac:picMk id="8" creationId="{F9D93483-E00C-4B3D-0016-4FAE33DDA13F}"/>
          </ac:picMkLst>
        </pc:picChg>
        <pc:picChg chg="del mod">
          <ac:chgData name="Micha Engeser" userId="a533b431-da3e-471f-8983-fd723c6850d4" providerId="ADAL" clId="{05E83482-96C4-4B03-864C-FE5F129C6CDA}" dt="2023-11-03T10:25:58.899" v="415" actId="478"/>
          <ac:picMkLst>
            <pc:docMk/>
            <pc:sldMk cId="2338977154" sldId="270"/>
            <ac:picMk id="14" creationId="{915BF254-634A-721C-649A-E789B159443A}"/>
          </ac:picMkLst>
        </pc:picChg>
        <pc:picChg chg="del mod">
          <ac:chgData name="Micha Engeser" userId="a533b431-da3e-471f-8983-fd723c6850d4" providerId="ADAL" clId="{05E83482-96C4-4B03-864C-FE5F129C6CDA}" dt="2023-12-01T13:16:40.437" v="3378" actId="478"/>
          <ac:picMkLst>
            <pc:docMk/>
            <pc:sldMk cId="2338977154" sldId="270"/>
            <ac:picMk id="1028" creationId="{54921F55-1CC2-E0AA-F781-B13E39422D11}"/>
          </ac:picMkLst>
        </pc:picChg>
        <pc:cxnChg chg="del mod">
          <ac:chgData name="Micha Engeser" userId="a533b431-da3e-471f-8983-fd723c6850d4" providerId="ADAL" clId="{05E83482-96C4-4B03-864C-FE5F129C6CDA}" dt="2023-12-01T13:16:40.437" v="3378" actId="478"/>
          <ac:cxnSpMkLst>
            <pc:docMk/>
            <pc:sldMk cId="2338977154" sldId="270"/>
            <ac:cxnSpMk id="17" creationId="{BA3039BC-4FF1-DE75-D33F-9B39A4FF01A4}"/>
          </ac:cxnSpMkLst>
        </pc:cxnChg>
        <pc:cxnChg chg="del mod">
          <ac:chgData name="Micha Engeser" userId="a533b431-da3e-471f-8983-fd723c6850d4" providerId="ADAL" clId="{05E83482-96C4-4B03-864C-FE5F129C6CDA}" dt="2023-12-01T13:16:40.437" v="3378" actId="478"/>
          <ac:cxnSpMkLst>
            <pc:docMk/>
            <pc:sldMk cId="2338977154" sldId="270"/>
            <ac:cxnSpMk id="21" creationId="{7E196047-6CDC-E235-C9D7-35AC5696AAD3}"/>
          </ac:cxnSpMkLst>
        </pc:cxnChg>
      </pc:sldChg>
      <pc:sldChg chg="modSp add del mod">
        <pc:chgData name="Micha Engeser" userId="a533b431-da3e-471f-8983-fd723c6850d4" providerId="ADAL" clId="{05E83482-96C4-4B03-864C-FE5F129C6CDA}" dt="2023-11-24T15:39:40.875" v="2799" actId="47"/>
        <pc:sldMkLst>
          <pc:docMk/>
          <pc:sldMk cId="1188541947" sldId="271"/>
        </pc:sldMkLst>
        <pc:spChg chg="mod">
          <ac:chgData name="Micha Engeser" userId="a533b431-da3e-471f-8983-fd723c6850d4" providerId="ADAL" clId="{05E83482-96C4-4B03-864C-FE5F129C6CDA}" dt="2023-11-03T13:28:59.074" v="735" actId="20577"/>
          <ac:spMkLst>
            <pc:docMk/>
            <pc:sldMk cId="1188541947" sldId="271"/>
            <ac:spMk id="4" creationId="{00000000-0000-0000-0000-000000000000}"/>
          </ac:spMkLst>
        </pc:spChg>
        <pc:spChg chg="mod">
          <ac:chgData name="Micha Engeser" userId="a533b431-da3e-471f-8983-fd723c6850d4" providerId="ADAL" clId="{05E83482-96C4-4B03-864C-FE5F129C6CDA}" dt="2023-11-03T13:35:08.873" v="979" actId="1038"/>
          <ac:spMkLst>
            <pc:docMk/>
            <pc:sldMk cId="1188541947" sldId="271"/>
            <ac:spMk id="6" creationId="{3CE7954B-586E-187C-6981-41C0CDD41E16}"/>
          </ac:spMkLst>
        </pc:spChg>
        <pc:spChg chg="mod">
          <ac:chgData name="Micha Engeser" userId="a533b431-da3e-471f-8983-fd723c6850d4" providerId="ADAL" clId="{05E83482-96C4-4B03-864C-FE5F129C6CDA}" dt="2023-11-03T13:35:08.873" v="979" actId="1038"/>
          <ac:spMkLst>
            <pc:docMk/>
            <pc:sldMk cId="1188541947" sldId="271"/>
            <ac:spMk id="7" creationId="{0AA3FE03-F79A-542E-C548-871038B6ADAD}"/>
          </ac:spMkLst>
        </pc:spChg>
        <pc:spChg chg="mod">
          <ac:chgData name="Micha Engeser" userId="a533b431-da3e-471f-8983-fd723c6850d4" providerId="ADAL" clId="{05E83482-96C4-4B03-864C-FE5F129C6CDA}" dt="2023-11-03T13:35:08.873" v="979" actId="1038"/>
          <ac:spMkLst>
            <pc:docMk/>
            <pc:sldMk cId="1188541947" sldId="271"/>
            <ac:spMk id="15" creationId="{97743DB1-FA0C-37E7-E303-A1AF55B8C84A}"/>
          </ac:spMkLst>
        </pc:spChg>
        <pc:spChg chg="mod">
          <ac:chgData name="Micha Engeser" userId="a533b431-da3e-471f-8983-fd723c6850d4" providerId="ADAL" clId="{05E83482-96C4-4B03-864C-FE5F129C6CDA}" dt="2023-11-03T13:35:08.873" v="979" actId="1038"/>
          <ac:spMkLst>
            <pc:docMk/>
            <pc:sldMk cId="1188541947" sldId="271"/>
            <ac:spMk id="20" creationId="{5D09B655-9AE2-CD82-FD32-3842B4E7CE51}"/>
          </ac:spMkLst>
        </pc:spChg>
        <pc:picChg chg="mod">
          <ac:chgData name="Micha Engeser" userId="a533b431-da3e-471f-8983-fd723c6850d4" providerId="ADAL" clId="{05E83482-96C4-4B03-864C-FE5F129C6CDA}" dt="2023-11-03T13:35:08.873" v="979" actId="1038"/>
          <ac:picMkLst>
            <pc:docMk/>
            <pc:sldMk cId="1188541947" sldId="271"/>
            <ac:picMk id="1028" creationId="{54921F55-1CC2-E0AA-F781-B13E39422D11}"/>
          </ac:picMkLst>
        </pc:picChg>
        <pc:cxnChg chg="mod">
          <ac:chgData name="Micha Engeser" userId="a533b431-da3e-471f-8983-fd723c6850d4" providerId="ADAL" clId="{05E83482-96C4-4B03-864C-FE5F129C6CDA}" dt="2023-11-03T13:35:08.873" v="979" actId="1038"/>
          <ac:cxnSpMkLst>
            <pc:docMk/>
            <pc:sldMk cId="1188541947" sldId="271"/>
            <ac:cxnSpMk id="17" creationId="{BA3039BC-4FF1-DE75-D33F-9B39A4FF01A4}"/>
          </ac:cxnSpMkLst>
        </pc:cxnChg>
        <pc:cxnChg chg="mod">
          <ac:chgData name="Micha Engeser" userId="a533b431-da3e-471f-8983-fd723c6850d4" providerId="ADAL" clId="{05E83482-96C4-4B03-864C-FE5F129C6CDA}" dt="2023-11-03T13:35:08.873" v="979" actId="1038"/>
          <ac:cxnSpMkLst>
            <pc:docMk/>
            <pc:sldMk cId="1188541947" sldId="271"/>
            <ac:cxnSpMk id="21" creationId="{7E196047-6CDC-E235-C9D7-35AC5696AAD3}"/>
          </ac:cxnSpMkLst>
        </pc:cxnChg>
      </pc:sldChg>
      <pc:sldChg chg="modSp add del mod">
        <pc:chgData name="Micha Engeser" userId="a533b431-da3e-471f-8983-fd723c6850d4" providerId="ADAL" clId="{05E83482-96C4-4B03-864C-FE5F129C6CDA}" dt="2023-11-24T15:59:26.572" v="3018" actId="47"/>
        <pc:sldMkLst>
          <pc:docMk/>
          <pc:sldMk cId="14521855" sldId="272"/>
        </pc:sldMkLst>
        <pc:spChg chg="mod">
          <ac:chgData name="Micha Engeser" userId="a533b431-da3e-471f-8983-fd723c6850d4" providerId="ADAL" clId="{05E83482-96C4-4B03-864C-FE5F129C6CDA}" dt="2023-11-03T13:34:20.682" v="945" actId="20577"/>
          <ac:spMkLst>
            <pc:docMk/>
            <pc:sldMk cId="14521855" sldId="272"/>
            <ac:spMk id="4" creationId="{00000000-0000-0000-0000-000000000000}"/>
          </ac:spMkLst>
        </pc:spChg>
        <pc:spChg chg="mod">
          <ac:chgData name="Micha Engeser" userId="a533b431-da3e-471f-8983-fd723c6850d4" providerId="ADAL" clId="{05E83482-96C4-4B03-864C-FE5F129C6CDA}" dt="2023-11-03T13:35:00.465" v="971" actId="1038"/>
          <ac:spMkLst>
            <pc:docMk/>
            <pc:sldMk cId="14521855" sldId="272"/>
            <ac:spMk id="6" creationId="{3CE7954B-586E-187C-6981-41C0CDD41E16}"/>
          </ac:spMkLst>
        </pc:spChg>
        <pc:spChg chg="mod">
          <ac:chgData name="Micha Engeser" userId="a533b431-da3e-471f-8983-fd723c6850d4" providerId="ADAL" clId="{05E83482-96C4-4B03-864C-FE5F129C6CDA}" dt="2023-11-03T13:35:00.465" v="971" actId="1038"/>
          <ac:spMkLst>
            <pc:docMk/>
            <pc:sldMk cId="14521855" sldId="272"/>
            <ac:spMk id="7" creationId="{0AA3FE03-F79A-542E-C548-871038B6ADAD}"/>
          </ac:spMkLst>
        </pc:spChg>
        <pc:spChg chg="mod">
          <ac:chgData name="Micha Engeser" userId="a533b431-da3e-471f-8983-fd723c6850d4" providerId="ADAL" clId="{05E83482-96C4-4B03-864C-FE5F129C6CDA}" dt="2023-11-03T13:35:00.465" v="971" actId="1038"/>
          <ac:spMkLst>
            <pc:docMk/>
            <pc:sldMk cId="14521855" sldId="272"/>
            <ac:spMk id="15" creationId="{97743DB1-FA0C-37E7-E303-A1AF55B8C84A}"/>
          </ac:spMkLst>
        </pc:spChg>
        <pc:spChg chg="mod">
          <ac:chgData name="Micha Engeser" userId="a533b431-da3e-471f-8983-fd723c6850d4" providerId="ADAL" clId="{05E83482-96C4-4B03-864C-FE5F129C6CDA}" dt="2023-11-03T13:35:00.465" v="971" actId="1038"/>
          <ac:spMkLst>
            <pc:docMk/>
            <pc:sldMk cId="14521855" sldId="272"/>
            <ac:spMk id="20" creationId="{5D09B655-9AE2-CD82-FD32-3842B4E7CE51}"/>
          </ac:spMkLst>
        </pc:spChg>
        <pc:picChg chg="mod">
          <ac:chgData name="Micha Engeser" userId="a533b431-da3e-471f-8983-fd723c6850d4" providerId="ADAL" clId="{05E83482-96C4-4B03-864C-FE5F129C6CDA}" dt="2023-11-03T13:35:00.465" v="971" actId="1038"/>
          <ac:picMkLst>
            <pc:docMk/>
            <pc:sldMk cId="14521855" sldId="272"/>
            <ac:picMk id="1028" creationId="{54921F55-1CC2-E0AA-F781-B13E39422D11}"/>
          </ac:picMkLst>
        </pc:picChg>
        <pc:cxnChg chg="mod">
          <ac:chgData name="Micha Engeser" userId="a533b431-da3e-471f-8983-fd723c6850d4" providerId="ADAL" clId="{05E83482-96C4-4B03-864C-FE5F129C6CDA}" dt="2023-11-03T13:35:00.465" v="971" actId="1038"/>
          <ac:cxnSpMkLst>
            <pc:docMk/>
            <pc:sldMk cId="14521855" sldId="272"/>
            <ac:cxnSpMk id="17" creationId="{BA3039BC-4FF1-DE75-D33F-9B39A4FF01A4}"/>
          </ac:cxnSpMkLst>
        </pc:cxnChg>
        <pc:cxnChg chg="mod">
          <ac:chgData name="Micha Engeser" userId="a533b431-da3e-471f-8983-fd723c6850d4" providerId="ADAL" clId="{05E83482-96C4-4B03-864C-FE5F129C6CDA}" dt="2023-11-03T13:35:00.465" v="971" actId="1038"/>
          <ac:cxnSpMkLst>
            <pc:docMk/>
            <pc:sldMk cId="14521855" sldId="272"/>
            <ac:cxnSpMk id="21" creationId="{7E196047-6CDC-E235-C9D7-35AC5696AAD3}"/>
          </ac:cxnSpMkLst>
        </pc:cxnChg>
      </pc:sldChg>
      <pc:sldChg chg="modSp add del mod">
        <pc:chgData name="Micha Engeser" userId="a533b431-da3e-471f-8983-fd723c6850d4" providerId="ADAL" clId="{05E83482-96C4-4B03-864C-FE5F129C6CDA}" dt="2023-11-03T13:35:47.592" v="994" actId="47"/>
        <pc:sldMkLst>
          <pc:docMk/>
          <pc:sldMk cId="3654238" sldId="273"/>
        </pc:sldMkLst>
        <pc:spChg chg="mod">
          <ac:chgData name="Micha Engeser" userId="a533b431-da3e-471f-8983-fd723c6850d4" providerId="ADAL" clId="{05E83482-96C4-4B03-864C-FE5F129C6CDA}" dt="2023-11-03T13:35:44.976" v="993" actId="313"/>
          <ac:spMkLst>
            <pc:docMk/>
            <pc:sldMk cId="3654238" sldId="273"/>
            <ac:spMk id="4" creationId="{00000000-0000-0000-0000-000000000000}"/>
          </ac:spMkLst>
        </pc:spChg>
      </pc:sldChg>
      <pc:sldChg chg="modSp add del mod">
        <pc:chgData name="Micha Engeser" userId="a533b431-da3e-471f-8983-fd723c6850d4" providerId="ADAL" clId="{05E83482-96C4-4B03-864C-FE5F129C6CDA}" dt="2023-11-24T15:59:24.646" v="3017" actId="47"/>
        <pc:sldMkLst>
          <pc:docMk/>
          <pc:sldMk cId="3645369593" sldId="273"/>
        </pc:sldMkLst>
        <pc:spChg chg="mod">
          <ac:chgData name="Micha Engeser" userId="a533b431-da3e-471f-8983-fd723c6850d4" providerId="ADAL" clId="{05E83482-96C4-4B03-864C-FE5F129C6CDA}" dt="2023-11-03T13:38:39.500" v="1187" actId="113"/>
          <ac:spMkLst>
            <pc:docMk/>
            <pc:sldMk cId="3645369593" sldId="273"/>
            <ac:spMk id="4" creationId="{00000000-0000-0000-0000-000000000000}"/>
          </ac:spMkLst>
        </pc:spChg>
        <pc:spChg chg="mod">
          <ac:chgData name="Micha Engeser" userId="a533b431-da3e-471f-8983-fd723c6850d4" providerId="ADAL" clId="{05E83482-96C4-4B03-864C-FE5F129C6CDA}" dt="2023-11-03T13:38:50.426" v="1198" actId="20577"/>
          <ac:spMkLst>
            <pc:docMk/>
            <pc:sldMk cId="3645369593" sldId="273"/>
            <ac:spMk id="6" creationId="{3CE7954B-586E-187C-6981-41C0CDD41E16}"/>
          </ac:spMkLst>
        </pc:spChg>
        <pc:spChg chg="mod">
          <ac:chgData name="Micha Engeser" userId="a533b431-da3e-471f-8983-fd723c6850d4" providerId="ADAL" clId="{05E83482-96C4-4B03-864C-FE5F129C6CDA}" dt="2023-11-03T13:38:55.114" v="1207" actId="20577"/>
          <ac:spMkLst>
            <pc:docMk/>
            <pc:sldMk cId="3645369593" sldId="273"/>
            <ac:spMk id="7" creationId="{0AA3FE03-F79A-542E-C548-871038B6ADAD}"/>
          </ac:spMkLst>
        </pc:spChg>
      </pc:sldChg>
      <pc:sldChg chg="modSp add mod setBg">
        <pc:chgData name="Micha Engeser" userId="a533b431-da3e-471f-8983-fd723c6850d4" providerId="ADAL" clId="{05E83482-96C4-4B03-864C-FE5F129C6CDA}" dt="2023-12-01T13:27:51.192" v="3661"/>
        <pc:sldMkLst>
          <pc:docMk/>
          <pc:sldMk cId="57290883" sldId="274"/>
        </pc:sldMkLst>
        <pc:spChg chg="mod">
          <ac:chgData name="Micha Engeser" userId="a533b431-da3e-471f-8983-fd723c6850d4" providerId="ADAL" clId="{05E83482-96C4-4B03-864C-FE5F129C6CDA}" dt="2023-11-27T15:44:14.080" v="3028" actId="20577"/>
          <ac:spMkLst>
            <pc:docMk/>
            <pc:sldMk cId="57290883" sldId="274"/>
            <ac:spMk id="4" creationId="{00000000-0000-0000-0000-000000000000}"/>
          </ac:spMkLst>
        </pc:spChg>
      </pc:sldChg>
      <pc:sldChg chg="delSp modSp add del mod">
        <pc:chgData name="Micha Engeser" userId="a533b431-da3e-471f-8983-fd723c6850d4" providerId="ADAL" clId="{05E83482-96C4-4B03-864C-FE5F129C6CDA}" dt="2023-11-24T14:55:10.094" v="1493" actId="47"/>
        <pc:sldMkLst>
          <pc:docMk/>
          <pc:sldMk cId="766938020" sldId="275"/>
        </pc:sldMkLst>
        <pc:spChg chg="mod">
          <ac:chgData name="Micha Engeser" userId="a533b431-da3e-471f-8983-fd723c6850d4" providerId="ADAL" clId="{05E83482-96C4-4B03-864C-FE5F129C6CDA}" dt="2023-11-24T14:49:38.549" v="1323" actId="20577"/>
          <ac:spMkLst>
            <pc:docMk/>
            <pc:sldMk cId="766938020" sldId="275"/>
            <ac:spMk id="4" creationId="{00000000-0000-0000-0000-000000000000}"/>
          </ac:spMkLst>
        </pc:spChg>
        <pc:picChg chg="del">
          <ac:chgData name="Micha Engeser" userId="a533b431-da3e-471f-8983-fd723c6850d4" providerId="ADAL" clId="{05E83482-96C4-4B03-864C-FE5F129C6CDA}" dt="2023-11-24T14:49:41.689" v="1324" actId="478"/>
          <ac:picMkLst>
            <pc:docMk/>
            <pc:sldMk cId="766938020" sldId="275"/>
            <ac:picMk id="9" creationId="{1A89498A-8CFB-C0CE-E327-0F29E32E2FBD}"/>
          </ac:picMkLst>
        </pc:picChg>
        <pc:picChg chg="mod">
          <ac:chgData name="Micha Engeser" userId="a533b431-da3e-471f-8983-fd723c6850d4" providerId="ADAL" clId="{05E83482-96C4-4B03-864C-FE5F129C6CDA}" dt="2023-11-24T14:49:44.938" v="1325" actId="1076"/>
          <ac:picMkLst>
            <pc:docMk/>
            <pc:sldMk cId="766938020" sldId="275"/>
            <ac:picMk id="12" creationId="{338039F2-14B5-BB5E-4368-E9B77A849C77}"/>
          </ac:picMkLst>
        </pc:picChg>
      </pc:sldChg>
      <pc:sldChg chg="delSp modSp add del mod">
        <pc:chgData name="Micha Engeser" userId="a533b431-da3e-471f-8983-fd723c6850d4" providerId="ADAL" clId="{05E83482-96C4-4B03-864C-FE5F129C6CDA}" dt="2023-11-24T14:55:09.401" v="1492" actId="47"/>
        <pc:sldMkLst>
          <pc:docMk/>
          <pc:sldMk cId="10781340" sldId="276"/>
        </pc:sldMkLst>
        <pc:spChg chg="mod">
          <ac:chgData name="Micha Engeser" userId="a533b431-da3e-471f-8983-fd723c6850d4" providerId="ADAL" clId="{05E83482-96C4-4B03-864C-FE5F129C6CDA}" dt="2023-11-24T14:49:58.294" v="1328" actId="20577"/>
          <ac:spMkLst>
            <pc:docMk/>
            <pc:sldMk cId="10781340" sldId="276"/>
            <ac:spMk id="4" creationId="{00000000-0000-0000-0000-000000000000}"/>
          </ac:spMkLst>
        </pc:spChg>
        <pc:picChg chg="mod">
          <ac:chgData name="Micha Engeser" userId="a533b431-da3e-471f-8983-fd723c6850d4" providerId="ADAL" clId="{05E83482-96C4-4B03-864C-FE5F129C6CDA}" dt="2023-11-24T14:49:53.127" v="1327" actId="1076"/>
          <ac:picMkLst>
            <pc:docMk/>
            <pc:sldMk cId="10781340" sldId="276"/>
            <ac:picMk id="9" creationId="{1A89498A-8CFB-C0CE-E327-0F29E32E2FBD}"/>
          </ac:picMkLst>
        </pc:picChg>
        <pc:picChg chg="del">
          <ac:chgData name="Micha Engeser" userId="a533b431-da3e-471f-8983-fd723c6850d4" providerId="ADAL" clId="{05E83482-96C4-4B03-864C-FE5F129C6CDA}" dt="2023-11-24T14:49:47.308" v="1326" actId="478"/>
          <ac:picMkLst>
            <pc:docMk/>
            <pc:sldMk cId="10781340" sldId="276"/>
            <ac:picMk id="12" creationId="{338039F2-14B5-BB5E-4368-E9B77A849C77}"/>
          </ac:picMkLst>
        </pc:picChg>
      </pc:sldChg>
      <pc:sldChg chg="addSp delSp modSp add mod setBg">
        <pc:chgData name="Micha Engeser" userId="a533b431-da3e-471f-8983-fd723c6850d4" providerId="ADAL" clId="{05E83482-96C4-4B03-864C-FE5F129C6CDA}" dt="2023-12-04T09:17:49.463" v="3803" actId="20577"/>
        <pc:sldMkLst>
          <pc:docMk/>
          <pc:sldMk cId="4137375922" sldId="277"/>
        </pc:sldMkLst>
        <pc:spChg chg="mod">
          <ac:chgData name="Micha Engeser" userId="a533b431-da3e-471f-8983-fd723c6850d4" providerId="ADAL" clId="{05E83482-96C4-4B03-864C-FE5F129C6CDA}" dt="2023-12-04T09:17:49.463" v="3803" actId="20577"/>
          <ac:spMkLst>
            <pc:docMk/>
            <pc:sldMk cId="4137375922" sldId="277"/>
            <ac:spMk id="4" creationId="{00000000-0000-0000-0000-000000000000}"/>
          </ac:spMkLst>
        </pc:spChg>
        <pc:picChg chg="add del mod">
          <ac:chgData name="Micha Engeser" userId="a533b431-da3e-471f-8983-fd723c6850d4" providerId="ADAL" clId="{05E83482-96C4-4B03-864C-FE5F129C6CDA}" dt="2023-12-01T13:19:48.363" v="3459" actId="478"/>
          <ac:picMkLst>
            <pc:docMk/>
            <pc:sldMk cId="4137375922" sldId="277"/>
            <ac:picMk id="2" creationId="{E23F48F5-4F3B-8544-B7E5-871BD34148BF}"/>
          </ac:picMkLst>
        </pc:picChg>
        <pc:picChg chg="del mod">
          <ac:chgData name="Micha Engeser" userId="a533b431-da3e-471f-8983-fd723c6850d4" providerId="ADAL" clId="{05E83482-96C4-4B03-864C-FE5F129C6CDA}" dt="2023-11-24T14:58:29.250" v="1645" actId="478"/>
          <ac:picMkLst>
            <pc:docMk/>
            <pc:sldMk cId="4137375922" sldId="277"/>
            <ac:picMk id="9" creationId="{1A89498A-8CFB-C0CE-E327-0F29E32E2FBD}"/>
          </ac:picMkLst>
        </pc:picChg>
        <pc:picChg chg="add del mod">
          <ac:chgData name="Micha Engeser" userId="a533b431-da3e-471f-8983-fd723c6850d4" providerId="ADAL" clId="{05E83482-96C4-4B03-864C-FE5F129C6CDA}" dt="2023-11-24T14:58:42.599" v="1650" actId="1035"/>
          <ac:picMkLst>
            <pc:docMk/>
            <pc:sldMk cId="4137375922" sldId="277"/>
            <ac:picMk id="12" creationId="{338039F2-14B5-BB5E-4368-E9B77A849C77}"/>
          </ac:picMkLst>
        </pc:picChg>
      </pc:sldChg>
      <pc:sldChg chg="add del">
        <pc:chgData name="Micha Engeser" userId="a533b431-da3e-471f-8983-fd723c6850d4" providerId="ADAL" clId="{05E83482-96C4-4B03-864C-FE5F129C6CDA}" dt="2023-11-24T14:55:10.528" v="1494" actId="47"/>
        <pc:sldMkLst>
          <pc:docMk/>
          <pc:sldMk cId="813016447" sldId="278"/>
        </pc:sldMkLst>
      </pc:sldChg>
      <pc:sldChg chg="delSp modSp add mod setBg">
        <pc:chgData name="Micha Engeser" userId="a533b431-da3e-471f-8983-fd723c6850d4" providerId="ADAL" clId="{05E83482-96C4-4B03-864C-FE5F129C6CDA}" dt="2023-12-04T09:17:59.659" v="3804"/>
        <pc:sldMkLst>
          <pc:docMk/>
          <pc:sldMk cId="3355149081" sldId="278"/>
        </pc:sldMkLst>
        <pc:spChg chg="mod">
          <ac:chgData name="Micha Engeser" userId="a533b431-da3e-471f-8983-fd723c6850d4" providerId="ADAL" clId="{05E83482-96C4-4B03-864C-FE5F129C6CDA}" dt="2023-12-04T09:17:59.659" v="3804"/>
          <ac:spMkLst>
            <pc:docMk/>
            <pc:sldMk cId="3355149081" sldId="278"/>
            <ac:spMk id="4" creationId="{00000000-0000-0000-0000-000000000000}"/>
          </ac:spMkLst>
        </pc:spChg>
        <pc:picChg chg="mod">
          <ac:chgData name="Micha Engeser" userId="a533b431-da3e-471f-8983-fd723c6850d4" providerId="ADAL" clId="{05E83482-96C4-4B03-864C-FE5F129C6CDA}" dt="2023-11-24T14:58:21.652" v="1637" actId="1076"/>
          <ac:picMkLst>
            <pc:docMk/>
            <pc:sldMk cId="3355149081" sldId="278"/>
            <ac:picMk id="9" creationId="{1A89498A-8CFB-C0CE-E327-0F29E32E2FBD}"/>
          </ac:picMkLst>
        </pc:picChg>
        <pc:picChg chg="del">
          <ac:chgData name="Micha Engeser" userId="a533b431-da3e-471f-8983-fd723c6850d4" providerId="ADAL" clId="{05E83482-96C4-4B03-864C-FE5F129C6CDA}" dt="2023-11-24T14:58:16.783" v="1636" actId="478"/>
          <ac:picMkLst>
            <pc:docMk/>
            <pc:sldMk cId="3355149081" sldId="278"/>
            <ac:picMk id="12" creationId="{338039F2-14B5-BB5E-4368-E9B77A849C77}"/>
          </ac:picMkLst>
        </pc:picChg>
      </pc:sldChg>
      <pc:sldChg chg="add del ord">
        <pc:chgData name="Micha Engeser" userId="a533b431-da3e-471f-8983-fd723c6850d4" providerId="ADAL" clId="{05E83482-96C4-4B03-864C-FE5F129C6CDA}" dt="2023-11-24T17:16:45.098" v="3026" actId="47"/>
        <pc:sldMkLst>
          <pc:docMk/>
          <pc:sldMk cId="239976619" sldId="279"/>
        </pc:sldMkLst>
      </pc:sldChg>
      <pc:sldChg chg="add del ord">
        <pc:chgData name="Micha Engeser" userId="a533b431-da3e-471f-8983-fd723c6850d4" providerId="ADAL" clId="{05E83482-96C4-4B03-864C-FE5F129C6CDA}" dt="2023-11-24T17:16:46.858" v="3027" actId="47"/>
        <pc:sldMkLst>
          <pc:docMk/>
          <pc:sldMk cId="392735081" sldId="280"/>
        </pc:sldMkLst>
      </pc:sldChg>
      <pc:sldChg chg="modSp add del mod">
        <pc:chgData name="Micha Engeser" userId="a533b431-da3e-471f-8983-fd723c6850d4" providerId="ADAL" clId="{05E83482-96C4-4B03-864C-FE5F129C6CDA}" dt="2023-11-24T15:15:33.504" v="2154" actId="47"/>
        <pc:sldMkLst>
          <pc:docMk/>
          <pc:sldMk cId="591816126" sldId="281"/>
        </pc:sldMkLst>
        <pc:spChg chg="mod">
          <ac:chgData name="Micha Engeser" userId="a533b431-da3e-471f-8983-fd723c6850d4" providerId="ADAL" clId="{05E83482-96C4-4B03-864C-FE5F129C6CDA}" dt="2023-11-24T15:15:13.472" v="2133" actId="20577"/>
          <ac:spMkLst>
            <pc:docMk/>
            <pc:sldMk cId="591816126" sldId="281"/>
            <ac:spMk id="4" creationId="{00000000-0000-0000-0000-000000000000}"/>
          </ac:spMkLst>
        </pc:spChg>
      </pc:sldChg>
      <pc:sldChg chg="addSp delSp modSp add del mod setBg">
        <pc:chgData name="Micha Engeser" userId="a533b431-da3e-471f-8983-fd723c6850d4" providerId="ADAL" clId="{05E83482-96C4-4B03-864C-FE5F129C6CDA}" dt="2023-12-01T13:22:59.888" v="3500" actId="47"/>
        <pc:sldMkLst>
          <pc:docMk/>
          <pc:sldMk cId="196451270" sldId="282"/>
        </pc:sldMkLst>
        <pc:spChg chg="add del">
          <ac:chgData name="Micha Engeser" userId="a533b431-da3e-471f-8983-fd723c6850d4" providerId="ADAL" clId="{05E83482-96C4-4B03-864C-FE5F129C6CDA}" dt="2023-11-24T15:27:18.539" v="2531" actId="478"/>
          <ac:spMkLst>
            <pc:docMk/>
            <pc:sldMk cId="196451270" sldId="282"/>
            <ac:spMk id="2" creationId="{5E58A886-5BA3-0FC6-AE36-407D62F7FA02}"/>
          </ac:spMkLst>
        </pc:spChg>
        <pc:spChg chg="add del mod">
          <ac:chgData name="Micha Engeser" userId="a533b431-da3e-471f-8983-fd723c6850d4" providerId="ADAL" clId="{05E83482-96C4-4B03-864C-FE5F129C6CDA}" dt="2023-11-24T15:27:36.106" v="2539" actId="478"/>
          <ac:spMkLst>
            <pc:docMk/>
            <pc:sldMk cId="196451270" sldId="282"/>
            <ac:spMk id="3" creationId="{54AACEDE-B04A-1F2B-917B-2E9A025A89FD}"/>
          </ac:spMkLst>
        </pc:spChg>
        <pc:spChg chg="mod">
          <ac:chgData name="Micha Engeser" userId="a533b431-da3e-471f-8983-fd723c6850d4" providerId="ADAL" clId="{05E83482-96C4-4B03-864C-FE5F129C6CDA}" dt="2023-11-27T15:54:11.980" v="3135" actId="20577"/>
          <ac:spMkLst>
            <pc:docMk/>
            <pc:sldMk cId="196451270" sldId="282"/>
            <ac:spMk id="4" creationId="{00000000-0000-0000-0000-000000000000}"/>
          </ac:spMkLst>
        </pc:spChg>
        <pc:spChg chg="add del mod">
          <ac:chgData name="Micha Engeser" userId="a533b431-da3e-471f-8983-fd723c6850d4" providerId="ADAL" clId="{05E83482-96C4-4B03-864C-FE5F129C6CDA}" dt="2023-11-24T15:27:31.856" v="2537" actId="478"/>
          <ac:spMkLst>
            <pc:docMk/>
            <pc:sldMk cId="196451270" sldId="282"/>
            <ac:spMk id="5" creationId="{271B6F3D-ABB8-9980-A1F1-E2DB92E3CA88}"/>
          </ac:spMkLst>
        </pc:spChg>
        <pc:spChg chg="mod">
          <ac:chgData name="Micha Engeser" userId="a533b431-da3e-471f-8983-fd723c6850d4" providerId="ADAL" clId="{05E83482-96C4-4B03-864C-FE5F129C6CDA}" dt="2023-11-24T15:17:20.396" v="2321" actId="14100"/>
          <ac:spMkLst>
            <pc:docMk/>
            <pc:sldMk cId="196451270" sldId="282"/>
            <ac:spMk id="6" creationId="{3CE7954B-586E-187C-6981-41C0CDD41E16}"/>
          </ac:spMkLst>
        </pc:spChg>
        <pc:spChg chg="mod">
          <ac:chgData name="Micha Engeser" userId="a533b431-da3e-471f-8983-fd723c6850d4" providerId="ADAL" clId="{05E83482-96C4-4B03-864C-FE5F129C6CDA}" dt="2023-11-24T15:17:37.457" v="2330" actId="14100"/>
          <ac:spMkLst>
            <pc:docMk/>
            <pc:sldMk cId="196451270" sldId="282"/>
            <ac:spMk id="7" creationId="{0AA3FE03-F79A-542E-C548-871038B6ADAD}"/>
          </ac:spMkLst>
        </pc:spChg>
        <pc:spChg chg="add del">
          <ac:chgData name="Micha Engeser" userId="a533b431-da3e-471f-8983-fd723c6850d4" providerId="ADAL" clId="{05E83482-96C4-4B03-864C-FE5F129C6CDA}" dt="2023-11-24T15:27:41.935" v="2541"/>
          <ac:spMkLst>
            <pc:docMk/>
            <pc:sldMk cId="196451270" sldId="282"/>
            <ac:spMk id="8" creationId="{9D00F0D9-61D4-DF0C-A994-BD79C40CD74D}"/>
          </ac:spMkLst>
        </pc:spChg>
        <pc:spChg chg="add del">
          <ac:chgData name="Micha Engeser" userId="a533b431-da3e-471f-8983-fd723c6850d4" providerId="ADAL" clId="{05E83482-96C4-4B03-864C-FE5F129C6CDA}" dt="2023-11-24T15:27:49.144" v="2543"/>
          <ac:spMkLst>
            <pc:docMk/>
            <pc:sldMk cId="196451270" sldId="282"/>
            <ac:spMk id="9" creationId="{A41C15C3-2A42-7EB5-892E-C031BD561109}"/>
          </ac:spMkLst>
        </pc:spChg>
        <pc:spChg chg="add del mod">
          <ac:chgData name="Micha Engeser" userId="a533b431-da3e-471f-8983-fd723c6850d4" providerId="ADAL" clId="{05E83482-96C4-4B03-864C-FE5F129C6CDA}" dt="2023-11-24T15:41:08.009" v="2853" actId="478"/>
          <ac:spMkLst>
            <pc:docMk/>
            <pc:sldMk cId="196451270" sldId="282"/>
            <ac:spMk id="10" creationId="{C5729EE5-5FA4-70EA-75D0-5F1045B283EB}"/>
          </ac:spMkLst>
        </pc:spChg>
        <pc:picChg chg="add mod">
          <ac:chgData name="Micha Engeser" userId="a533b431-da3e-471f-8983-fd723c6850d4" providerId="ADAL" clId="{05E83482-96C4-4B03-864C-FE5F129C6CDA}" dt="2023-12-01T12:56:42.404" v="3372" actId="1076"/>
          <ac:picMkLst>
            <pc:docMk/>
            <pc:sldMk cId="196451270" sldId="282"/>
            <ac:picMk id="3" creationId="{511E7084-13DD-261A-40E7-8908B1FD66A5}"/>
          </ac:picMkLst>
        </pc:picChg>
      </pc:sldChg>
      <pc:sldChg chg="addSp delSp modSp add del mod setBg">
        <pc:chgData name="Micha Engeser" userId="a533b431-da3e-471f-8983-fd723c6850d4" providerId="ADAL" clId="{05E83482-96C4-4B03-864C-FE5F129C6CDA}" dt="2023-12-01T13:24:09.717" v="3586" actId="47"/>
        <pc:sldMkLst>
          <pc:docMk/>
          <pc:sldMk cId="1400370751" sldId="283"/>
        </pc:sldMkLst>
        <pc:spChg chg="mod">
          <ac:chgData name="Micha Engeser" userId="a533b431-da3e-471f-8983-fd723c6850d4" providerId="ADAL" clId="{05E83482-96C4-4B03-864C-FE5F129C6CDA}" dt="2023-12-01T13:23:37.139" v="3584" actId="20577"/>
          <ac:spMkLst>
            <pc:docMk/>
            <pc:sldMk cId="1400370751" sldId="283"/>
            <ac:spMk id="4" creationId="{00000000-0000-0000-0000-000000000000}"/>
          </ac:spMkLst>
        </pc:spChg>
        <pc:spChg chg="mod">
          <ac:chgData name="Micha Engeser" userId="a533b431-da3e-471f-8983-fd723c6850d4" providerId="ADAL" clId="{05E83482-96C4-4B03-864C-FE5F129C6CDA}" dt="2023-11-24T15:21:12.707" v="2486" actId="14100"/>
          <ac:spMkLst>
            <pc:docMk/>
            <pc:sldMk cId="1400370751" sldId="283"/>
            <ac:spMk id="6" creationId="{3CE7954B-586E-187C-6981-41C0CDD41E16}"/>
          </ac:spMkLst>
        </pc:spChg>
        <pc:spChg chg="mod">
          <ac:chgData name="Micha Engeser" userId="a533b431-da3e-471f-8983-fd723c6850d4" providerId="ADAL" clId="{05E83482-96C4-4B03-864C-FE5F129C6CDA}" dt="2023-11-24T15:21:25.622" v="2498" actId="20577"/>
          <ac:spMkLst>
            <pc:docMk/>
            <pc:sldMk cId="1400370751" sldId="283"/>
            <ac:spMk id="7" creationId="{0AA3FE03-F79A-542E-C548-871038B6ADAD}"/>
          </ac:spMkLst>
        </pc:spChg>
        <pc:picChg chg="add del mod">
          <ac:chgData name="Micha Engeser" userId="a533b431-da3e-471f-8983-fd723c6850d4" providerId="ADAL" clId="{05E83482-96C4-4B03-864C-FE5F129C6CDA}" dt="2023-12-01T13:22:29.127" v="3494" actId="478"/>
          <ac:picMkLst>
            <pc:docMk/>
            <pc:sldMk cId="1400370751" sldId="283"/>
            <ac:picMk id="3" creationId="{58AC10CD-296A-6EE6-69A2-16B8EB978E39}"/>
          </ac:picMkLst>
        </pc:picChg>
      </pc:sldChg>
      <pc:sldChg chg="delSp modSp add del mod ord">
        <pc:chgData name="Micha Engeser" userId="a533b431-da3e-471f-8983-fd723c6850d4" providerId="ADAL" clId="{05E83482-96C4-4B03-864C-FE5F129C6CDA}" dt="2023-11-24T15:39:17.740" v="2796" actId="47"/>
        <pc:sldMkLst>
          <pc:docMk/>
          <pc:sldMk cId="960573757" sldId="284"/>
        </pc:sldMkLst>
        <pc:spChg chg="mod">
          <ac:chgData name="Micha Engeser" userId="a533b431-da3e-471f-8983-fd723c6850d4" providerId="ADAL" clId="{05E83482-96C4-4B03-864C-FE5F129C6CDA}" dt="2023-11-24T15:32:06.142" v="2645" actId="20577"/>
          <ac:spMkLst>
            <pc:docMk/>
            <pc:sldMk cId="960573757" sldId="284"/>
            <ac:spMk id="4" creationId="{00000000-0000-0000-0000-000000000000}"/>
          </ac:spMkLst>
        </pc:spChg>
        <pc:spChg chg="del mod">
          <ac:chgData name="Micha Engeser" userId="a533b431-da3e-471f-8983-fd723c6850d4" providerId="ADAL" clId="{05E83482-96C4-4B03-864C-FE5F129C6CDA}" dt="2023-11-24T15:31:32.670" v="2636" actId="478"/>
          <ac:spMkLst>
            <pc:docMk/>
            <pc:sldMk cId="960573757" sldId="284"/>
            <ac:spMk id="10" creationId="{C5729EE5-5FA4-70EA-75D0-5F1045B283EB}"/>
          </ac:spMkLst>
        </pc:spChg>
      </pc:sldChg>
      <pc:sldChg chg="addSp delSp modSp add del mod setBg">
        <pc:chgData name="Micha Engeser" userId="a533b431-da3e-471f-8983-fd723c6850d4" providerId="ADAL" clId="{05E83482-96C4-4B03-864C-FE5F129C6CDA}" dt="2023-12-01T13:25:14.462" v="3604" actId="47"/>
        <pc:sldMkLst>
          <pc:docMk/>
          <pc:sldMk cId="2961459844" sldId="285"/>
        </pc:sldMkLst>
        <pc:spChg chg="add del">
          <ac:chgData name="Micha Engeser" userId="a533b431-da3e-471f-8983-fd723c6850d4" providerId="ADAL" clId="{05E83482-96C4-4B03-864C-FE5F129C6CDA}" dt="2023-11-24T15:37:20.123" v="2731"/>
          <ac:spMkLst>
            <pc:docMk/>
            <pc:sldMk cId="2961459844" sldId="285"/>
            <ac:spMk id="2" creationId="{76B86279-2286-30B7-741D-329C3EC70E21}"/>
          </ac:spMkLst>
        </pc:spChg>
        <pc:spChg chg="add del">
          <ac:chgData name="Micha Engeser" userId="a533b431-da3e-471f-8983-fd723c6850d4" providerId="ADAL" clId="{05E83482-96C4-4B03-864C-FE5F129C6CDA}" dt="2023-11-24T15:37:50.951" v="2734" actId="478"/>
          <ac:spMkLst>
            <pc:docMk/>
            <pc:sldMk cId="2961459844" sldId="285"/>
            <ac:spMk id="3" creationId="{B3BEB720-8F65-53C5-3887-A6B29FA0D69D}"/>
          </ac:spMkLst>
        </pc:spChg>
        <pc:spChg chg="mod">
          <ac:chgData name="Micha Engeser" userId="a533b431-da3e-471f-8983-fd723c6850d4" providerId="ADAL" clId="{05E83482-96C4-4B03-864C-FE5F129C6CDA}" dt="2023-11-27T15:55:40.236" v="3180" actId="20577"/>
          <ac:spMkLst>
            <pc:docMk/>
            <pc:sldMk cId="2961459844" sldId="285"/>
            <ac:spMk id="4" creationId="{00000000-0000-0000-0000-000000000000}"/>
          </ac:spMkLst>
        </pc:spChg>
        <pc:spChg chg="mod">
          <ac:chgData name="Micha Engeser" userId="a533b431-da3e-471f-8983-fd723c6850d4" providerId="ADAL" clId="{05E83482-96C4-4B03-864C-FE5F129C6CDA}" dt="2023-11-24T15:38:55.430" v="2777" actId="313"/>
          <ac:spMkLst>
            <pc:docMk/>
            <pc:sldMk cId="2961459844" sldId="285"/>
            <ac:spMk id="6" creationId="{3CE7954B-586E-187C-6981-41C0CDD41E16}"/>
          </ac:spMkLst>
        </pc:spChg>
        <pc:spChg chg="mod">
          <ac:chgData name="Micha Engeser" userId="a533b431-da3e-471f-8983-fd723c6850d4" providerId="ADAL" clId="{05E83482-96C4-4B03-864C-FE5F129C6CDA}" dt="2023-11-24T15:39:00.657" v="2786" actId="20577"/>
          <ac:spMkLst>
            <pc:docMk/>
            <pc:sldMk cId="2961459844" sldId="285"/>
            <ac:spMk id="7" creationId="{0AA3FE03-F79A-542E-C548-871038B6ADAD}"/>
          </ac:spMkLst>
        </pc:spChg>
        <pc:picChg chg="add">
          <ac:chgData name="Micha Engeser" userId="a533b431-da3e-471f-8983-fd723c6850d4" providerId="ADAL" clId="{05E83482-96C4-4B03-864C-FE5F129C6CDA}" dt="2023-12-01T12:58:01.639" v="3375" actId="22"/>
          <ac:picMkLst>
            <pc:docMk/>
            <pc:sldMk cId="2961459844" sldId="285"/>
            <ac:picMk id="3" creationId="{3228FD5D-5924-9876-43E6-734822CE9281}"/>
          </ac:picMkLst>
        </pc:picChg>
      </pc:sldChg>
      <pc:sldChg chg="modSp add del mod">
        <pc:chgData name="Micha Engeser" userId="a533b431-da3e-471f-8983-fd723c6850d4" providerId="ADAL" clId="{05E83482-96C4-4B03-864C-FE5F129C6CDA}" dt="2023-11-24T15:40:16.591" v="2815" actId="47"/>
        <pc:sldMkLst>
          <pc:docMk/>
          <pc:sldMk cId="2142755562" sldId="286"/>
        </pc:sldMkLst>
        <pc:spChg chg="mod">
          <ac:chgData name="Micha Engeser" userId="a533b431-da3e-471f-8983-fd723c6850d4" providerId="ADAL" clId="{05E83482-96C4-4B03-864C-FE5F129C6CDA}" dt="2023-11-24T15:39:52.146" v="2809" actId="20577"/>
          <ac:spMkLst>
            <pc:docMk/>
            <pc:sldMk cId="2142755562" sldId="286"/>
            <ac:spMk id="4" creationId="{00000000-0000-0000-0000-000000000000}"/>
          </ac:spMkLst>
        </pc:spChg>
      </pc:sldChg>
      <pc:sldChg chg="modSp add del mod ord setBg">
        <pc:chgData name="Micha Engeser" userId="a533b431-da3e-471f-8983-fd723c6850d4" providerId="ADAL" clId="{05E83482-96C4-4B03-864C-FE5F129C6CDA}" dt="2023-12-01T13:28:00.352" v="3664" actId="47"/>
        <pc:sldMkLst>
          <pc:docMk/>
          <pc:sldMk cId="3028571398" sldId="287"/>
        </pc:sldMkLst>
        <pc:spChg chg="mod">
          <ac:chgData name="Micha Engeser" userId="a533b431-da3e-471f-8983-fd723c6850d4" providerId="ADAL" clId="{05E83482-96C4-4B03-864C-FE5F129C6CDA}" dt="2023-12-01T10:53:51.140" v="3367" actId="20577"/>
          <ac:spMkLst>
            <pc:docMk/>
            <pc:sldMk cId="3028571398" sldId="287"/>
            <ac:spMk id="4" creationId="{00000000-0000-0000-0000-000000000000}"/>
          </ac:spMkLst>
        </pc:spChg>
        <pc:spChg chg="mod">
          <ac:chgData name="Micha Engeser" userId="a533b431-da3e-471f-8983-fd723c6850d4" providerId="ADAL" clId="{05E83482-96C4-4B03-864C-FE5F129C6CDA}" dt="2023-11-27T15:56:54.761" v="3258" actId="20577"/>
          <ac:spMkLst>
            <pc:docMk/>
            <pc:sldMk cId="3028571398" sldId="287"/>
            <ac:spMk id="6" creationId="{3CE7954B-586E-187C-6981-41C0CDD41E16}"/>
          </ac:spMkLst>
        </pc:spChg>
        <pc:spChg chg="mod">
          <ac:chgData name="Micha Engeser" userId="a533b431-da3e-471f-8983-fd723c6850d4" providerId="ADAL" clId="{05E83482-96C4-4B03-864C-FE5F129C6CDA}" dt="2023-11-27T15:57:07.581" v="3278" actId="20577"/>
          <ac:spMkLst>
            <pc:docMk/>
            <pc:sldMk cId="3028571398" sldId="287"/>
            <ac:spMk id="7" creationId="{0AA3FE03-F79A-542E-C548-871038B6ADAD}"/>
          </ac:spMkLst>
        </pc:spChg>
      </pc:sldChg>
      <pc:sldChg chg="delSp modSp add del mod ord">
        <pc:chgData name="Micha Engeser" userId="a533b431-da3e-471f-8983-fd723c6850d4" providerId="ADAL" clId="{05E83482-96C4-4B03-864C-FE5F129C6CDA}" dt="2023-11-27T15:57:25.828" v="3279" actId="47"/>
        <pc:sldMkLst>
          <pc:docMk/>
          <pc:sldMk cId="2894883524" sldId="288"/>
        </pc:sldMkLst>
        <pc:spChg chg="mod">
          <ac:chgData name="Micha Engeser" userId="a533b431-da3e-471f-8983-fd723c6850d4" providerId="ADAL" clId="{05E83482-96C4-4B03-864C-FE5F129C6CDA}" dt="2023-11-24T15:41:25.642" v="2876" actId="20577"/>
          <ac:spMkLst>
            <pc:docMk/>
            <pc:sldMk cId="2894883524" sldId="288"/>
            <ac:spMk id="4" creationId="{00000000-0000-0000-0000-000000000000}"/>
          </ac:spMkLst>
        </pc:spChg>
        <pc:spChg chg="del">
          <ac:chgData name="Micha Engeser" userId="a533b431-da3e-471f-8983-fd723c6850d4" providerId="ADAL" clId="{05E83482-96C4-4B03-864C-FE5F129C6CDA}" dt="2023-11-24T15:41:03.761" v="2852" actId="478"/>
          <ac:spMkLst>
            <pc:docMk/>
            <pc:sldMk cId="2894883524" sldId="288"/>
            <ac:spMk id="10" creationId="{C5729EE5-5FA4-70EA-75D0-5F1045B283EB}"/>
          </ac:spMkLst>
        </pc:spChg>
      </pc:sldChg>
      <pc:sldChg chg="addSp delSp modSp add mod setBg">
        <pc:chgData name="Micha Engeser" userId="a533b431-da3e-471f-8983-fd723c6850d4" providerId="ADAL" clId="{05E83482-96C4-4B03-864C-FE5F129C6CDA}" dt="2023-12-15T09:55:57.645" v="3808" actId="20577"/>
        <pc:sldMkLst>
          <pc:docMk/>
          <pc:sldMk cId="3615114323" sldId="288"/>
        </pc:sldMkLst>
        <pc:spChg chg="add mod">
          <ac:chgData name="Micha Engeser" userId="a533b431-da3e-471f-8983-fd723c6850d4" providerId="ADAL" clId="{05E83482-96C4-4B03-864C-FE5F129C6CDA}" dt="2023-12-15T09:55:57.645" v="3808" actId="20577"/>
          <ac:spMkLst>
            <pc:docMk/>
            <pc:sldMk cId="3615114323" sldId="288"/>
            <ac:spMk id="3" creationId="{EBC2AABB-8846-1FEC-24FE-2D1D9A673E7C}"/>
          </ac:spMkLst>
        </pc:spChg>
        <pc:spChg chg="mod">
          <ac:chgData name="Micha Engeser" userId="a533b431-da3e-471f-8983-fd723c6850d4" providerId="ADAL" clId="{05E83482-96C4-4B03-864C-FE5F129C6CDA}" dt="2023-12-01T13:28:46.262" v="3674" actId="20577"/>
          <ac:spMkLst>
            <pc:docMk/>
            <pc:sldMk cId="3615114323" sldId="288"/>
            <ac:spMk id="4" creationId="{00000000-0000-0000-0000-000000000000}"/>
          </ac:spMkLst>
        </pc:spChg>
        <pc:picChg chg="add del mod">
          <ac:chgData name="Micha Engeser" userId="a533b431-da3e-471f-8983-fd723c6850d4" providerId="ADAL" clId="{05E83482-96C4-4B03-864C-FE5F129C6CDA}" dt="2023-12-01T13:21:38.266" v="3485" actId="478"/>
          <ac:picMkLst>
            <pc:docMk/>
            <pc:sldMk cId="3615114323" sldId="288"/>
            <ac:picMk id="2" creationId="{F77FCE9B-A2D1-24AA-1A58-95D7DB722EB1}"/>
          </ac:picMkLst>
        </pc:picChg>
      </pc:sldChg>
      <pc:sldChg chg="addSp modSp add mod setBg">
        <pc:chgData name="Micha Engeser" userId="a533b431-da3e-471f-8983-fd723c6850d4" providerId="ADAL" clId="{05E83482-96C4-4B03-864C-FE5F129C6CDA}" dt="2023-12-15T10:50:16.873" v="3811" actId="20577"/>
        <pc:sldMkLst>
          <pc:docMk/>
          <pc:sldMk cId="2565728965" sldId="289"/>
        </pc:sldMkLst>
        <pc:spChg chg="mod">
          <ac:chgData name="Micha Engeser" userId="a533b431-da3e-471f-8983-fd723c6850d4" providerId="ADAL" clId="{05E83482-96C4-4B03-864C-FE5F129C6CDA}" dt="2023-12-15T10:50:16.873" v="3811" actId="20577"/>
          <ac:spMkLst>
            <pc:docMk/>
            <pc:sldMk cId="2565728965" sldId="289"/>
            <ac:spMk id="4" creationId="{00000000-0000-0000-0000-000000000000}"/>
          </ac:spMkLst>
        </pc:spChg>
        <pc:picChg chg="add mod modCrop">
          <ac:chgData name="Micha Engeser" userId="a533b431-da3e-471f-8983-fd723c6850d4" providerId="ADAL" clId="{05E83482-96C4-4B03-864C-FE5F129C6CDA}" dt="2023-12-01T13:25:56.968" v="3626" actId="1035"/>
          <ac:picMkLst>
            <pc:docMk/>
            <pc:sldMk cId="2565728965" sldId="289"/>
            <ac:picMk id="2" creationId="{CB505824-B206-4DFC-2B55-62AF7F83A0C4}"/>
          </ac:picMkLst>
        </pc:picChg>
      </pc:sldChg>
      <pc:sldChg chg="modSp new del mod">
        <pc:chgData name="Micha Engeser" userId="a533b431-da3e-471f-8983-fd723c6850d4" providerId="ADAL" clId="{05E83482-96C4-4B03-864C-FE5F129C6CDA}" dt="2023-11-27T15:49:53.491" v="3075" actId="680"/>
        <pc:sldMkLst>
          <pc:docMk/>
          <pc:sldMk cId="3057411897" sldId="289"/>
        </pc:sldMkLst>
        <pc:spChg chg="mod">
          <ac:chgData name="Micha Engeser" userId="a533b431-da3e-471f-8983-fd723c6850d4" providerId="ADAL" clId="{05E83482-96C4-4B03-864C-FE5F129C6CDA}" dt="2023-11-27T15:49:53.023" v="3074" actId="20577"/>
          <ac:spMkLst>
            <pc:docMk/>
            <pc:sldMk cId="3057411897" sldId="289"/>
            <ac:spMk id="2" creationId="{0AA1A579-8E24-A942-12FD-5AFAF96074FE}"/>
          </ac:spMkLst>
        </pc:spChg>
      </pc:sldChg>
      <pc:sldChg chg="new del">
        <pc:chgData name="Micha Engeser" userId="a533b431-da3e-471f-8983-fd723c6850d4" providerId="ADAL" clId="{05E83482-96C4-4B03-864C-FE5F129C6CDA}" dt="2023-11-27T15:46:34.294" v="3035" actId="47"/>
        <pc:sldMkLst>
          <pc:docMk/>
          <pc:sldMk cId="3341552701" sldId="289"/>
        </pc:sldMkLst>
      </pc:sldChg>
      <pc:sldChg chg="addSp modSp add mod setBg">
        <pc:chgData name="Micha Engeser" userId="a533b431-da3e-471f-8983-fd723c6850d4" providerId="ADAL" clId="{05E83482-96C4-4B03-864C-FE5F129C6CDA}" dt="2023-12-01T13:29:02.735" v="3678" actId="20577"/>
        <pc:sldMkLst>
          <pc:docMk/>
          <pc:sldMk cId="193223339" sldId="290"/>
        </pc:sldMkLst>
        <pc:spChg chg="mod">
          <ac:chgData name="Micha Engeser" userId="a533b431-da3e-471f-8983-fd723c6850d4" providerId="ADAL" clId="{05E83482-96C4-4B03-864C-FE5F129C6CDA}" dt="2023-12-01T13:29:02.735" v="3678" actId="20577"/>
          <ac:spMkLst>
            <pc:docMk/>
            <pc:sldMk cId="193223339" sldId="290"/>
            <ac:spMk id="4" creationId="{00000000-0000-0000-0000-000000000000}"/>
          </ac:spMkLst>
        </pc:spChg>
        <pc:picChg chg="add mod">
          <ac:chgData name="Micha Engeser" userId="a533b431-da3e-471f-8983-fd723c6850d4" providerId="ADAL" clId="{05E83482-96C4-4B03-864C-FE5F129C6CDA}" dt="2023-12-01T13:26:04.918" v="3631" actId="1037"/>
          <ac:picMkLst>
            <pc:docMk/>
            <pc:sldMk cId="193223339" sldId="290"/>
            <ac:picMk id="2" creationId="{21B2A327-0C87-87EE-7943-D8A7CD79453F}"/>
          </ac:picMkLst>
        </pc:picChg>
      </pc:sldChg>
      <pc:sldChg chg="addSp delSp modSp add mod setBg">
        <pc:chgData name="Micha Engeser" userId="a533b431-da3e-471f-8983-fd723c6850d4" providerId="ADAL" clId="{05E83482-96C4-4B03-864C-FE5F129C6CDA}" dt="2023-12-01T13:30:23.298" v="3697" actId="20577"/>
        <pc:sldMkLst>
          <pc:docMk/>
          <pc:sldMk cId="934964708" sldId="291"/>
        </pc:sldMkLst>
        <pc:spChg chg="add del">
          <ac:chgData name="Micha Engeser" userId="a533b431-da3e-471f-8983-fd723c6850d4" providerId="ADAL" clId="{05E83482-96C4-4B03-864C-FE5F129C6CDA}" dt="2023-12-01T13:26:13.463" v="3633" actId="22"/>
          <ac:spMkLst>
            <pc:docMk/>
            <pc:sldMk cId="934964708" sldId="291"/>
            <ac:spMk id="3" creationId="{963E63D4-140A-E193-6A62-9A456EF1BE40}"/>
          </ac:spMkLst>
        </pc:spChg>
        <pc:spChg chg="mod">
          <ac:chgData name="Micha Engeser" userId="a533b431-da3e-471f-8983-fd723c6850d4" providerId="ADAL" clId="{05E83482-96C4-4B03-864C-FE5F129C6CDA}" dt="2023-12-01T13:30:23.298" v="3697" actId="20577"/>
          <ac:spMkLst>
            <pc:docMk/>
            <pc:sldMk cId="934964708" sldId="291"/>
            <ac:spMk id="4" creationId="{00000000-0000-0000-0000-000000000000}"/>
          </ac:spMkLst>
        </pc:spChg>
        <pc:spChg chg="add mod">
          <ac:chgData name="Micha Engeser" userId="a533b431-da3e-471f-8983-fd723c6850d4" providerId="ADAL" clId="{05E83482-96C4-4B03-864C-FE5F129C6CDA}" dt="2023-12-01T13:26:53.920" v="3655" actId="404"/>
          <ac:spMkLst>
            <pc:docMk/>
            <pc:sldMk cId="934964708" sldId="291"/>
            <ac:spMk id="5" creationId="{3CF3C99D-19DD-3133-D3C1-E45D03C8E237}"/>
          </ac:spMkLst>
        </pc:spChg>
        <pc:picChg chg="mod">
          <ac:chgData name="Micha Engeser" userId="a533b431-da3e-471f-8983-fd723c6850d4" providerId="ADAL" clId="{05E83482-96C4-4B03-864C-FE5F129C6CDA}" dt="2023-12-01T13:30:04.089" v="3696" actId="1076"/>
          <ac:picMkLst>
            <pc:docMk/>
            <pc:sldMk cId="934964708" sldId="291"/>
            <ac:picMk id="8" creationId="{F9D93483-E00C-4B3D-0016-4FAE33DDA13F}"/>
          </ac:picMkLst>
        </pc:picChg>
      </pc:sldChg>
      <pc:sldChg chg="add del setBg">
        <pc:chgData name="Micha Engeser" userId="a533b431-da3e-471f-8983-fd723c6850d4" providerId="ADAL" clId="{05E83482-96C4-4B03-864C-FE5F129C6CDA}" dt="2023-12-01T13:25:12.465" v="3603" actId="47"/>
        <pc:sldMkLst>
          <pc:docMk/>
          <pc:sldMk cId="180849175" sldId="292"/>
        </pc:sldMkLst>
      </pc:sldChg>
      <pc:sldMasterChg chg="setBg modSldLayout">
        <pc:chgData name="Micha Engeser" userId="a533b431-da3e-471f-8983-fd723c6850d4" providerId="ADAL" clId="{05E83482-96C4-4B03-864C-FE5F129C6CDA}" dt="2023-12-01T13:27:51.192" v="3661"/>
        <pc:sldMasterMkLst>
          <pc:docMk/>
          <pc:sldMasterMk cId="2501080194" sldId="2147483648"/>
        </pc:sldMasterMkLst>
        <pc:sldLayoutChg chg="setBg">
          <pc:chgData name="Micha Engeser" userId="a533b431-da3e-471f-8983-fd723c6850d4" providerId="ADAL" clId="{05E83482-96C4-4B03-864C-FE5F129C6CDA}" dt="2023-12-01T13:27:51.192" v="3661"/>
          <pc:sldLayoutMkLst>
            <pc:docMk/>
            <pc:sldMasterMk cId="2501080194" sldId="2147483648"/>
            <pc:sldLayoutMk cId="1179424929" sldId="2147483649"/>
          </pc:sldLayoutMkLst>
        </pc:sldLayoutChg>
        <pc:sldLayoutChg chg="setBg">
          <pc:chgData name="Micha Engeser" userId="a533b431-da3e-471f-8983-fd723c6850d4" providerId="ADAL" clId="{05E83482-96C4-4B03-864C-FE5F129C6CDA}" dt="2023-12-01T13:27:51.192" v="3661"/>
          <pc:sldLayoutMkLst>
            <pc:docMk/>
            <pc:sldMasterMk cId="2501080194" sldId="2147483648"/>
            <pc:sldLayoutMk cId="3049319075" sldId="2147483650"/>
          </pc:sldLayoutMkLst>
        </pc:sldLayoutChg>
        <pc:sldLayoutChg chg="setBg">
          <pc:chgData name="Micha Engeser" userId="a533b431-da3e-471f-8983-fd723c6850d4" providerId="ADAL" clId="{05E83482-96C4-4B03-864C-FE5F129C6CDA}" dt="2023-12-01T13:27:51.192" v="3661"/>
          <pc:sldLayoutMkLst>
            <pc:docMk/>
            <pc:sldMasterMk cId="2501080194" sldId="2147483648"/>
            <pc:sldLayoutMk cId="2584939518" sldId="2147483651"/>
          </pc:sldLayoutMkLst>
        </pc:sldLayoutChg>
        <pc:sldLayoutChg chg="setBg">
          <pc:chgData name="Micha Engeser" userId="a533b431-da3e-471f-8983-fd723c6850d4" providerId="ADAL" clId="{05E83482-96C4-4B03-864C-FE5F129C6CDA}" dt="2023-12-01T13:27:51.192" v="3661"/>
          <pc:sldLayoutMkLst>
            <pc:docMk/>
            <pc:sldMasterMk cId="2501080194" sldId="2147483648"/>
            <pc:sldLayoutMk cId="437131364" sldId="2147483652"/>
          </pc:sldLayoutMkLst>
        </pc:sldLayoutChg>
        <pc:sldLayoutChg chg="setBg">
          <pc:chgData name="Micha Engeser" userId="a533b431-da3e-471f-8983-fd723c6850d4" providerId="ADAL" clId="{05E83482-96C4-4B03-864C-FE5F129C6CDA}" dt="2023-12-01T13:27:51.192" v="3661"/>
          <pc:sldLayoutMkLst>
            <pc:docMk/>
            <pc:sldMasterMk cId="2501080194" sldId="2147483648"/>
            <pc:sldLayoutMk cId="4158476841" sldId="2147483653"/>
          </pc:sldLayoutMkLst>
        </pc:sldLayoutChg>
        <pc:sldLayoutChg chg="setBg">
          <pc:chgData name="Micha Engeser" userId="a533b431-da3e-471f-8983-fd723c6850d4" providerId="ADAL" clId="{05E83482-96C4-4B03-864C-FE5F129C6CDA}" dt="2023-12-01T13:27:51.192" v="3661"/>
          <pc:sldLayoutMkLst>
            <pc:docMk/>
            <pc:sldMasterMk cId="2501080194" sldId="2147483648"/>
            <pc:sldLayoutMk cId="1582732304" sldId="2147483654"/>
          </pc:sldLayoutMkLst>
        </pc:sldLayoutChg>
        <pc:sldLayoutChg chg="setBg">
          <pc:chgData name="Micha Engeser" userId="a533b431-da3e-471f-8983-fd723c6850d4" providerId="ADAL" clId="{05E83482-96C4-4B03-864C-FE5F129C6CDA}" dt="2023-12-01T13:27:51.192" v="3661"/>
          <pc:sldLayoutMkLst>
            <pc:docMk/>
            <pc:sldMasterMk cId="2501080194" sldId="2147483648"/>
            <pc:sldLayoutMk cId="3702143730" sldId="2147483655"/>
          </pc:sldLayoutMkLst>
        </pc:sldLayoutChg>
        <pc:sldLayoutChg chg="setBg">
          <pc:chgData name="Micha Engeser" userId="a533b431-da3e-471f-8983-fd723c6850d4" providerId="ADAL" clId="{05E83482-96C4-4B03-864C-FE5F129C6CDA}" dt="2023-12-01T13:27:51.192" v="3661"/>
          <pc:sldLayoutMkLst>
            <pc:docMk/>
            <pc:sldMasterMk cId="2501080194" sldId="2147483648"/>
            <pc:sldLayoutMk cId="1019582572" sldId="2147483656"/>
          </pc:sldLayoutMkLst>
        </pc:sldLayoutChg>
        <pc:sldLayoutChg chg="setBg">
          <pc:chgData name="Micha Engeser" userId="a533b431-da3e-471f-8983-fd723c6850d4" providerId="ADAL" clId="{05E83482-96C4-4B03-864C-FE5F129C6CDA}" dt="2023-12-01T13:27:51.192" v="3661"/>
          <pc:sldLayoutMkLst>
            <pc:docMk/>
            <pc:sldMasterMk cId="2501080194" sldId="2147483648"/>
            <pc:sldLayoutMk cId="1689622766" sldId="2147483657"/>
          </pc:sldLayoutMkLst>
        </pc:sldLayoutChg>
        <pc:sldLayoutChg chg="setBg">
          <pc:chgData name="Micha Engeser" userId="a533b431-da3e-471f-8983-fd723c6850d4" providerId="ADAL" clId="{05E83482-96C4-4B03-864C-FE5F129C6CDA}" dt="2023-12-01T13:27:51.192" v="3661"/>
          <pc:sldLayoutMkLst>
            <pc:docMk/>
            <pc:sldMasterMk cId="2501080194" sldId="2147483648"/>
            <pc:sldLayoutMk cId="1247629813" sldId="2147483658"/>
          </pc:sldLayoutMkLst>
        </pc:sldLayoutChg>
        <pc:sldLayoutChg chg="setBg">
          <pc:chgData name="Micha Engeser" userId="a533b431-da3e-471f-8983-fd723c6850d4" providerId="ADAL" clId="{05E83482-96C4-4B03-864C-FE5F129C6CDA}" dt="2023-12-01T13:27:51.192" v="3661"/>
          <pc:sldLayoutMkLst>
            <pc:docMk/>
            <pc:sldMasterMk cId="2501080194" sldId="2147483648"/>
            <pc:sldLayoutMk cId="3028690459" sldId="2147483659"/>
          </pc:sldLayoutMkLst>
        </pc:sldLayoutChg>
      </pc:sldMasterChg>
    </pc:docChg>
  </pc:docChgLst>
  <pc:docChgLst>
    <pc:chgData name="Micha Engeser" userId="a533b431-da3e-471f-8983-fd723c6850d4" providerId="ADAL" clId="{FD13DB01-9BD1-4468-9D52-9ABBD93ABB28}"/>
    <pc:docChg chg="addSld modSld">
      <pc:chgData name="Micha Engeser" userId="a533b431-da3e-471f-8983-fd723c6850d4" providerId="ADAL" clId="{FD13DB01-9BD1-4468-9D52-9ABBD93ABB28}" dt="2024-06-04T13:00:45.547" v="115" actId="20577"/>
      <pc:docMkLst>
        <pc:docMk/>
      </pc:docMkLst>
      <pc:sldChg chg="modSp mod">
        <pc:chgData name="Micha Engeser" userId="a533b431-da3e-471f-8983-fd723c6850d4" providerId="ADAL" clId="{FD13DB01-9BD1-4468-9D52-9ABBD93ABB28}" dt="2024-06-04T13:00:45.547" v="115" actId="20577"/>
        <pc:sldMkLst>
          <pc:docMk/>
          <pc:sldMk cId="3993129042" sldId="256"/>
        </pc:sldMkLst>
        <pc:spChg chg="mod">
          <ac:chgData name="Micha Engeser" userId="a533b431-da3e-471f-8983-fd723c6850d4" providerId="ADAL" clId="{FD13DB01-9BD1-4468-9D52-9ABBD93ABB28}" dt="2024-06-04T13:00:45.547" v="115" actId="20577"/>
          <ac:spMkLst>
            <pc:docMk/>
            <pc:sldMk cId="3993129042" sldId="256"/>
            <ac:spMk id="4" creationId="{00000000-0000-0000-0000-000000000000}"/>
          </ac:spMkLst>
        </pc:spChg>
      </pc:sldChg>
      <pc:sldChg chg="modSp add mod">
        <pc:chgData name="Micha Engeser" userId="a533b431-da3e-471f-8983-fd723c6850d4" providerId="ADAL" clId="{FD13DB01-9BD1-4468-9D52-9ABBD93ABB28}" dt="2024-06-04T13:00:34.530" v="102" actId="20577"/>
        <pc:sldMkLst>
          <pc:docMk/>
          <pc:sldMk cId="1539104073" sldId="292"/>
        </pc:sldMkLst>
        <pc:spChg chg="mod">
          <ac:chgData name="Micha Engeser" userId="a533b431-da3e-471f-8983-fd723c6850d4" providerId="ADAL" clId="{FD13DB01-9BD1-4468-9D52-9ABBD93ABB28}" dt="2024-06-04T13:00:34.530" v="102" actId="20577"/>
          <ac:spMkLst>
            <pc:docMk/>
            <pc:sldMk cId="1539104073" sldId="292"/>
            <ac:spMk id="4" creationId="{00000000-0000-0000-0000-000000000000}"/>
          </ac:spMkLst>
        </pc:spChg>
        <pc:picChg chg="mod">
          <ac:chgData name="Micha Engeser" userId="a533b431-da3e-471f-8983-fd723c6850d4" providerId="ADAL" clId="{FD13DB01-9BD1-4468-9D52-9ABBD93ABB28}" dt="2024-05-31T12:22:47.072" v="63" actId="14826"/>
          <ac:picMkLst>
            <pc:docMk/>
            <pc:sldMk cId="1539104073" sldId="292"/>
            <ac:picMk id="2" creationId="{9DF22546-8DDC-F6F4-3646-3C474562AB71}"/>
          </ac:picMkLst>
        </pc:picChg>
        <pc:picChg chg="mod">
          <ac:chgData name="Micha Engeser" userId="a533b431-da3e-471f-8983-fd723c6850d4" providerId="ADAL" clId="{FD13DB01-9BD1-4468-9D52-9ABBD93ABB28}" dt="2024-05-31T12:22:16.524" v="61" actId="14826"/>
          <ac:picMkLst>
            <pc:docMk/>
            <pc:sldMk cId="1539104073" sldId="292"/>
            <ac:picMk id="3" creationId="{9F095D0F-73D0-2DB2-C177-72C81F4A434E}"/>
          </ac:picMkLst>
        </pc:picChg>
      </pc:sldChg>
      <pc:sldChg chg="modSp add mod">
        <pc:chgData name="Micha Engeser" userId="a533b431-da3e-471f-8983-fd723c6850d4" providerId="ADAL" clId="{FD13DB01-9BD1-4468-9D52-9ABBD93ABB28}" dt="2024-05-31T12:23:17.568" v="65" actId="14826"/>
        <pc:sldMkLst>
          <pc:docMk/>
          <pc:sldMk cId="1429581528" sldId="293"/>
        </pc:sldMkLst>
        <pc:spChg chg="mod">
          <ac:chgData name="Micha Engeser" userId="a533b431-da3e-471f-8983-fd723c6850d4" providerId="ADAL" clId="{FD13DB01-9BD1-4468-9D52-9ABBD93ABB28}" dt="2024-05-22T15:42:09.184" v="59" actId="20577"/>
          <ac:spMkLst>
            <pc:docMk/>
            <pc:sldMk cId="1429581528" sldId="293"/>
            <ac:spMk id="4" creationId="{00000000-0000-0000-0000-000000000000}"/>
          </ac:spMkLst>
        </pc:spChg>
        <pc:picChg chg="mod">
          <ac:chgData name="Micha Engeser" userId="a533b431-da3e-471f-8983-fd723c6850d4" providerId="ADAL" clId="{FD13DB01-9BD1-4468-9D52-9ABBD93ABB28}" dt="2024-05-31T12:23:03.905" v="64" actId="14826"/>
          <ac:picMkLst>
            <pc:docMk/>
            <pc:sldMk cId="1429581528" sldId="293"/>
            <ac:picMk id="2" creationId="{9F6942C4-867F-78CF-B118-4B5540BCBCD6}"/>
          </ac:picMkLst>
        </pc:picChg>
        <pc:picChg chg="mod">
          <ac:chgData name="Micha Engeser" userId="a533b431-da3e-471f-8983-fd723c6850d4" providerId="ADAL" clId="{FD13DB01-9BD1-4468-9D52-9ABBD93ABB28}" dt="2024-05-31T12:23:17.568" v="65" actId="14826"/>
          <ac:picMkLst>
            <pc:docMk/>
            <pc:sldMk cId="1429581528" sldId="293"/>
            <ac:picMk id="5" creationId="{A667181F-EEC2-39A4-6F9E-C62229F9386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C6ACB-8DF6-1449-BE97-CA8D947F79D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11EB-C4CA-1E48-B477-AFB461D80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2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C6ACB-8DF6-1449-BE97-CA8D947F79D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11EB-C4CA-1E48-B477-AFB461D80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1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C6ACB-8DF6-1449-BE97-CA8D947F79D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11EB-C4CA-1E48-B477-AFB461D80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39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C6ACB-8DF6-1449-BE97-CA8D947F79D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11EB-C4CA-1E48-B477-AFB461D80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3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C6ACB-8DF6-1449-BE97-CA8D947F79D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11EB-C4CA-1E48-B477-AFB461D80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76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C6ACB-8DF6-1449-BE97-CA8D947F79D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11EB-C4CA-1E48-B477-AFB461D80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73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C6ACB-8DF6-1449-BE97-CA8D947F79D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11EB-C4CA-1E48-B477-AFB461D80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43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C6ACB-8DF6-1449-BE97-CA8D947F79D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11EB-C4CA-1E48-B477-AFB461D80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82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C6ACB-8DF6-1449-BE97-CA8D947F79D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11EB-C4CA-1E48-B477-AFB461D80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22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C6ACB-8DF6-1449-BE97-CA8D947F79D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11EB-C4CA-1E48-B477-AFB461D80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29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C6ACB-8DF6-1449-BE97-CA8D947F79D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11EB-C4CA-1E48-B477-AFB461D80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9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7D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C6ACB-8DF6-1449-BE97-CA8D947F79D3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B11EB-C4CA-1E48-B477-AFB461D80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80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t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78287" y="575342"/>
            <a:ext cx="777448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Welcome to the experiment!</a:t>
            </a:r>
          </a:p>
          <a:p>
            <a:r>
              <a:rPr lang="en-US" sz="2400" dirty="0"/>
              <a:t>You will perform a </a:t>
            </a:r>
            <a:r>
              <a:rPr lang="en-US" sz="2400" b="1" dirty="0"/>
              <a:t>categorization task.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We will present you with low-contrast images of </a:t>
            </a:r>
            <a:r>
              <a:rPr lang="en-US" sz="2400" b="1" dirty="0"/>
              <a:t>kitchens</a:t>
            </a:r>
            <a:r>
              <a:rPr lang="en-US" sz="2400" dirty="0"/>
              <a:t> or </a:t>
            </a:r>
            <a:r>
              <a:rPr lang="en-US" sz="2400" b="1" dirty="0"/>
              <a:t>bathrooms</a:t>
            </a:r>
            <a:r>
              <a:rPr lang="en-US" sz="2400" dirty="0"/>
              <a:t>. The images will be shown for a very short time. Your task is to discriminate whether a presented image is a kitchen or a bathroom.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Press the </a:t>
            </a:r>
            <a:r>
              <a:rPr lang="en-US" sz="2400" b="1" dirty="0"/>
              <a:t>right arrow key</a:t>
            </a:r>
            <a:r>
              <a:rPr lang="en-US" sz="2400" dirty="0"/>
              <a:t> to proceed</a:t>
            </a:r>
          </a:p>
          <a:p>
            <a:r>
              <a:rPr lang="en-US" sz="2400" dirty="0"/>
              <a:t> </a:t>
            </a:r>
          </a:p>
          <a:p>
            <a:endParaRPr lang="en-US" sz="2400" dirty="0"/>
          </a:p>
        </p:txBody>
      </p:sp>
      <p:pic>
        <p:nvPicPr>
          <p:cNvPr id="2" name="Picture 1" descr="A bathroom with a sink and mirror&#10;&#10;Description automatically generated">
            <a:extLst>
              <a:ext uri="{FF2B5EF4-FFF2-40B4-BE49-F238E27FC236}">
                <a16:creationId xmlns:a16="http://schemas.microsoft.com/office/drawing/2014/main" id="{9DF22546-8DDC-F6F4-3646-3C474562A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304" y="3529555"/>
            <a:ext cx="2706782" cy="2030087"/>
          </a:xfrm>
          <a:prstGeom prst="rect">
            <a:avLst/>
          </a:prstGeom>
          <a:ln w="28575">
            <a:solidFill>
              <a:srgbClr val="FF66FF"/>
            </a:solidFill>
          </a:ln>
        </p:spPr>
      </p:pic>
      <p:pic>
        <p:nvPicPr>
          <p:cNvPr id="3" name="Picture 2" descr="A kitchen with a large sink and cabinets&#10;&#10;Description automatically generated with medium confidence">
            <a:extLst>
              <a:ext uri="{FF2B5EF4-FFF2-40B4-BE49-F238E27FC236}">
                <a16:creationId xmlns:a16="http://schemas.microsoft.com/office/drawing/2014/main" id="{9F095D0F-73D0-2DB2-C177-72C81F4A4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931" y="3529555"/>
            <a:ext cx="2709730" cy="2032298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99312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78287" y="315671"/>
            <a:ext cx="7774486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Press the ”F” button </a:t>
            </a:r>
            <a:r>
              <a:rPr lang="en-US" sz="2400" dirty="0"/>
              <a:t>whenever you see a </a:t>
            </a:r>
            <a:r>
              <a:rPr lang="en-US" sz="2400" b="1" dirty="0"/>
              <a:t>kitchen.</a:t>
            </a:r>
          </a:p>
          <a:p>
            <a:endParaRPr lang="en-US" sz="2400" dirty="0"/>
          </a:p>
          <a:p>
            <a:r>
              <a:rPr lang="en-US" sz="2400" dirty="0"/>
              <a:t>When you see a </a:t>
            </a:r>
            <a:r>
              <a:rPr lang="en-US" sz="2400" b="1" dirty="0"/>
              <a:t>bathroom press the “J” button</a:t>
            </a:r>
            <a:r>
              <a:rPr lang="en-US" sz="2400" dirty="0"/>
              <a:t>. </a:t>
            </a:r>
          </a:p>
          <a:p>
            <a:endParaRPr lang="en-US" sz="2400" dirty="0"/>
          </a:p>
          <a:p>
            <a:r>
              <a:rPr lang="en-US" sz="2400" dirty="0"/>
              <a:t>Please respond as quickly and as accurately as possible. After each block you will receive feedback on your accuracy.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Press the </a:t>
            </a:r>
            <a:r>
              <a:rPr lang="en-US" sz="2400" b="1" dirty="0"/>
              <a:t>right arrow key </a:t>
            </a:r>
            <a:r>
              <a:rPr lang="en-US" sz="2400" dirty="0"/>
              <a:t>to </a:t>
            </a:r>
            <a:r>
              <a:rPr lang="en-US" sz="2400" b="1" dirty="0"/>
              <a:t>proceed</a:t>
            </a:r>
            <a:r>
              <a:rPr lang="en-US" sz="2400" dirty="0"/>
              <a:t> or the </a:t>
            </a:r>
            <a:r>
              <a:rPr lang="en-US" sz="2400" b="1" dirty="0"/>
              <a:t>left arrow key</a:t>
            </a:r>
            <a:r>
              <a:rPr lang="en-US" sz="2400" dirty="0"/>
              <a:t> to return to the </a:t>
            </a:r>
            <a:r>
              <a:rPr lang="en-US" sz="2400" b="1" dirty="0"/>
              <a:t>previous slide</a:t>
            </a:r>
          </a:p>
          <a:p>
            <a:pPr algn="ctr"/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1028" name="Picture 4" descr="German (Germany) Keyboard Labels - DSI Computer Keyboards">
            <a:extLst>
              <a:ext uri="{FF2B5EF4-FFF2-40B4-BE49-F238E27FC236}">
                <a16:creationId xmlns:a16="http://schemas.microsoft.com/office/drawing/2014/main" id="{54921F55-1CC2-E0AA-F781-B13E39422D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98163" y="3787698"/>
            <a:ext cx="4595674" cy="1609188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7743DB1-FA0C-37E7-E303-A1AF55B8C84A}"/>
              </a:ext>
            </a:extLst>
          </p:cNvPr>
          <p:cNvSpPr/>
          <p:nvPr/>
        </p:nvSpPr>
        <p:spPr>
          <a:xfrm>
            <a:off x="6178858" y="4420232"/>
            <a:ext cx="301841" cy="301841"/>
          </a:xfrm>
          <a:prstGeom prst="rect">
            <a:avLst/>
          </a:prstGeom>
          <a:noFill/>
          <a:ln w="28575">
            <a:solidFill>
              <a:srgbClr val="FF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A3039BC-4FF1-DE75-D33F-9B39A4FF01A4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480699" y="4562898"/>
            <a:ext cx="2236589" cy="8255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D09B655-9AE2-CD82-FD32-3842B4E7CE51}"/>
              </a:ext>
            </a:extLst>
          </p:cNvPr>
          <p:cNvSpPr/>
          <p:nvPr/>
        </p:nvSpPr>
        <p:spPr>
          <a:xfrm>
            <a:off x="5251725" y="4420232"/>
            <a:ext cx="301841" cy="30184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196047-6CDC-E235-C9D7-35AC5696AAD3}"/>
              </a:ext>
            </a:extLst>
          </p:cNvPr>
          <p:cNvCxnSpPr>
            <a:cxnSpLocks/>
          </p:cNvCxnSpPr>
          <p:nvPr/>
        </p:nvCxnSpPr>
        <p:spPr>
          <a:xfrm>
            <a:off x="3474712" y="4552147"/>
            <a:ext cx="177701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athroom with a sink and mirror&#10;&#10;Description automatically generated">
            <a:extLst>
              <a:ext uri="{FF2B5EF4-FFF2-40B4-BE49-F238E27FC236}">
                <a16:creationId xmlns:a16="http://schemas.microsoft.com/office/drawing/2014/main" id="{9F6942C4-867F-78CF-B118-4B5540BCB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288" y="3530211"/>
            <a:ext cx="2706782" cy="2030087"/>
          </a:xfrm>
          <a:prstGeom prst="rect">
            <a:avLst/>
          </a:prstGeom>
          <a:ln w="28575">
            <a:solidFill>
              <a:srgbClr val="FF66FF"/>
            </a:solidFill>
          </a:ln>
        </p:spPr>
      </p:pic>
      <p:pic>
        <p:nvPicPr>
          <p:cNvPr id="5" name="Picture 4" descr="A kitchen with a large sink and cabinets&#10;&#10;Description automatically generated with medium confidence">
            <a:extLst>
              <a:ext uri="{FF2B5EF4-FFF2-40B4-BE49-F238E27FC236}">
                <a16:creationId xmlns:a16="http://schemas.microsoft.com/office/drawing/2014/main" id="{A667181F-EEC2-39A4-6F9E-C62229F938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87" y="3528000"/>
            <a:ext cx="2709730" cy="2032298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521823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78287" y="575342"/>
            <a:ext cx="777448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Welcome to the experiment!</a:t>
            </a:r>
          </a:p>
          <a:p>
            <a:r>
              <a:rPr lang="en-US" sz="2400" dirty="0"/>
              <a:t>You will perform a </a:t>
            </a:r>
            <a:r>
              <a:rPr lang="en-US" sz="2400" b="1" dirty="0"/>
              <a:t>categorization task.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We will present you with low-contrast images of </a:t>
            </a:r>
            <a:r>
              <a:rPr lang="en-US" sz="2400" b="1" dirty="0"/>
              <a:t>bedrooms</a:t>
            </a:r>
            <a:r>
              <a:rPr lang="en-US" sz="2400" dirty="0"/>
              <a:t> or </a:t>
            </a:r>
            <a:r>
              <a:rPr lang="en-US" sz="2400" b="1" dirty="0"/>
              <a:t>living rooms</a:t>
            </a:r>
            <a:r>
              <a:rPr lang="en-US" sz="2400" dirty="0"/>
              <a:t>. The images will be shown for a very short time. Your task is to discriminate whether a presented image is a bedroom or a living room.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Press the </a:t>
            </a:r>
            <a:r>
              <a:rPr lang="en-US" sz="2400" b="1" dirty="0"/>
              <a:t>right arrow key</a:t>
            </a:r>
            <a:r>
              <a:rPr lang="en-US" sz="2400" dirty="0"/>
              <a:t> to proceed</a:t>
            </a:r>
          </a:p>
          <a:p>
            <a:r>
              <a:rPr lang="en-US" sz="2400" dirty="0"/>
              <a:t> </a:t>
            </a:r>
          </a:p>
          <a:p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F22546-8DDC-F6F4-3646-3C474562A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01304" y="3529555"/>
            <a:ext cx="2706782" cy="2030086"/>
          </a:xfrm>
          <a:prstGeom prst="rect">
            <a:avLst/>
          </a:prstGeom>
          <a:ln w="28575">
            <a:solidFill>
              <a:srgbClr val="FF66FF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095D0F-73D0-2DB2-C177-72C81F4A4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4931" y="3529555"/>
            <a:ext cx="2709730" cy="2032297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1539104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78287" y="315671"/>
            <a:ext cx="7774486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Press the ”F” button </a:t>
            </a:r>
            <a:r>
              <a:rPr lang="en-US" sz="2400" dirty="0"/>
              <a:t>whenever you see a </a:t>
            </a:r>
            <a:r>
              <a:rPr lang="en-US" sz="2400" b="1" dirty="0"/>
              <a:t>bedroom.</a:t>
            </a:r>
          </a:p>
          <a:p>
            <a:endParaRPr lang="en-US" sz="2400" dirty="0"/>
          </a:p>
          <a:p>
            <a:r>
              <a:rPr lang="en-US" sz="2400" dirty="0"/>
              <a:t>When you see </a:t>
            </a:r>
            <a:r>
              <a:rPr lang="en-US" sz="2400"/>
              <a:t>a </a:t>
            </a:r>
            <a:r>
              <a:rPr lang="en-US" sz="2400" b="1"/>
              <a:t>living room </a:t>
            </a:r>
            <a:r>
              <a:rPr lang="en-US" sz="2400" b="1" dirty="0"/>
              <a:t>press the “J” button</a:t>
            </a:r>
            <a:r>
              <a:rPr lang="en-US" sz="2400" dirty="0"/>
              <a:t>. </a:t>
            </a:r>
          </a:p>
          <a:p>
            <a:endParaRPr lang="en-US" sz="2400" dirty="0"/>
          </a:p>
          <a:p>
            <a:r>
              <a:rPr lang="en-US" sz="2400" dirty="0"/>
              <a:t>Please respond as quickly and as accurately as possible. After each block you will receive feedback on your accuracy.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Press the </a:t>
            </a:r>
            <a:r>
              <a:rPr lang="en-US" sz="2400" b="1" dirty="0"/>
              <a:t>right arrow key </a:t>
            </a:r>
            <a:r>
              <a:rPr lang="en-US" sz="2400" dirty="0"/>
              <a:t>to </a:t>
            </a:r>
            <a:r>
              <a:rPr lang="en-US" sz="2400" b="1" dirty="0"/>
              <a:t>proceed</a:t>
            </a:r>
            <a:r>
              <a:rPr lang="en-US" sz="2400" dirty="0"/>
              <a:t> or the </a:t>
            </a:r>
            <a:r>
              <a:rPr lang="en-US" sz="2400" b="1" dirty="0"/>
              <a:t>left arrow key</a:t>
            </a:r>
            <a:r>
              <a:rPr lang="en-US" sz="2400" dirty="0"/>
              <a:t> to return to the </a:t>
            </a:r>
            <a:r>
              <a:rPr lang="en-US" sz="2400" b="1" dirty="0"/>
              <a:t>previous slide</a:t>
            </a:r>
          </a:p>
          <a:p>
            <a:pPr algn="ctr"/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1028" name="Picture 4" descr="German (Germany) Keyboard Labels - DSI Computer Keyboards">
            <a:extLst>
              <a:ext uri="{FF2B5EF4-FFF2-40B4-BE49-F238E27FC236}">
                <a16:creationId xmlns:a16="http://schemas.microsoft.com/office/drawing/2014/main" id="{54921F55-1CC2-E0AA-F781-B13E39422D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98163" y="3787698"/>
            <a:ext cx="4595674" cy="1609188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7743DB1-FA0C-37E7-E303-A1AF55B8C84A}"/>
              </a:ext>
            </a:extLst>
          </p:cNvPr>
          <p:cNvSpPr/>
          <p:nvPr/>
        </p:nvSpPr>
        <p:spPr>
          <a:xfrm>
            <a:off x="6178858" y="4420232"/>
            <a:ext cx="301841" cy="301841"/>
          </a:xfrm>
          <a:prstGeom prst="rect">
            <a:avLst/>
          </a:prstGeom>
          <a:noFill/>
          <a:ln w="28575">
            <a:solidFill>
              <a:srgbClr val="FF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A3039BC-4FF1-DE75-D33F-9B39A4FF01A4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480699" y="4562898"/>
            <a:ext cx="2236589" cy="8255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D09B655-9AE2-CD82-FD32-3842B4E7CE51}"/>
              </a:ext>
            </a:extLst>
          </p:cNvPr>
          <p:cNvSpPr/>
          <p:nvPr/>
        </p:nvSpPr>
        <p:spPr>
          <a:xfrm>
            <a:off x="5251725" y="4420232"/>
            <a:ext cx="301841" cy="30184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196047-6CDC-E235-C9D7-35AC5696AAD3}"/>
              </a:ext>
            </a:extLst>
          </p:cNvPr>
          <p:cNvCxnSpPr>
            <a:cxnSpLocks/>
          </p:cNvCxnSpPr>
          <p:nvPr/>
        </p:nvCxnSpPr>
        <p:spPr>
          <a:xfrm>
            <a:off x="3474712" y="4552147"/>
            <a:ext cx="177701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F6942C4-867F-78CF-B118-4B5540BCB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17288" y="3530211"/>
            <a:ext cx="2706782" cy="2030086"/>
          </a:xfrm>
          <a:prstGeom prst="rect">
            <a:avLst/>
          </a:prstGeom>
          <a:ln w="28575">
            <a:solidFill>
              <a:srgbClr val="FF66FF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67181F-EEC2-39A4-6F9E-C62229F938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5787" y="3528000"/>
            <a:ext cx="2709730" cy="2032297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142958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78287" y="294605"/>
            <a:ext cx="777448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/>
              <a:t>The experiment is divided in 24 blocks. Each block will last about 2 min. You will be able to rest between blocks.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Please do your best to remain focused and alert, and keep your eyes fixed on the center of the screen. </a:t>
            </a:r>
          </a:p>
          <a:p>
            <a:endParaRPr lang="en-US" sz="2400" dirty="0"/>
          </a:p>
          <a:p>
            <a:r>
              <a:rPr lang="en-US" sz="2400" dirty="0"/>
              <a:t>If you need a break, or have any questions, do not hesitate to ask the experimenter.</a:t>
            </a:r>
          </a:p>
          <a:p>
            <a:endParaRPr lang="en-US" sz="2400" dirty="0"/>
          </a:p>
          <a:p>
            <a:r>
              <a:rPr lang="en-US" sz="2400" dirty="0"/>
              <a:t>We will start with a few practice trials, and you will have a chance to ask questions before starting the experiment.</a:t>
            </a:r>
          </a:p>
          <a:p>
            <a:r>
              <a:rPr lang="en-US" sz="2400" b="1" dirty="0"/>
              <a:t>Good luck!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Press the </a:t>
            </a:r>
            <a:r>
              <a:rPr lang="en-US" sz="2400" b="1" dirty="0"/>
              <a:t>right arrow key </a:t>
            </a:r>
            <a:r>
              <a:rPr lang="en-US" sz="2400" dirty="0"/>
              <a:t>to </a:t>
            </a:r>
            <a:r>
              <a:rPr lang="en-US" sz="2400" b="1" dirty="0"/>
              <a:t>start the experiment</a:t>
            </a:r>
            <a:r>
              <a:rPr lang="en-US" sz="2400" dirty="0"/>
              <a:t> or the </a:t>
            </a:r>
            <a:r>
              <a:rPr lang="en-US" sz="2400" b="1" dirty="0"/>
              <a:t>left arrow key</a:t>
            </a:r>
            <a:r>
              <a:rPr lang="en-US" sz="2400" dirty="0"/>
              <a:t> to return to the </a:t>
            </a:r>
            <a:r>
              <a:rPr lang="en-US" sz="2400" b="1" dirty="0"/>
              <a:t>previous slide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97402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78287" y="575342"/>
            <a:ext cx="777448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Welcome to the experiment!</a:t>
            </a:r>
          </a:p>
          <a:p>
            <a:r>
              <a:rPr lang="en-US" sz="2400" dirty="0"/>
              <a:t>You will perform a </a:t>
            </a:r>
            <a:r>
              <a:rPr lang="en-US" sz="2400" b="1" dirty="0"/>
              <a:t>rating task.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We will present you with images of </a:t>
            </a:r>
            <a:r>
              <a:rPr lang="en-US" sz="2400" b="1" dirty="0"/>
              <a:t>kitchens</a:t>
            </a:r>
            <a:r>
              <a:rPr lang="en-US" sz="2400" dirty="0"/>
              <a:t>. The images will be shown for 1.5 seconds. Your task is to provide your personal rating of the image on a scale from </a:t>
            </a:r>
            <a:r>
              <a:rPr lang="en-US" sz="2400" b="1" dirty="0"/>
              <a:t>1 to 7.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Press the </a:t>
            </a:r>
            <a:r>
              <a:rPr lang="en-US" sz="2400" b="1" dirty="0"/>
              <a:t>right arrow key</a:t>
            </a:r>
            <a:r>
              <a:rPr lang="en-US" sz="2400" dirty="0"/>
              <a:t> to proceed</a:t>
            </a:r>
          </a:p>
          <a:p>
            <a:r>
              <a:rPr lang="en-US" sz="2400" dirty="0"/>
              <a:t> </a:t>
            </a:r>
          </a:p>
          <a:p>
            <a:endParaRPr lang="en-US" sz="2400" dirty="0"/>
          </a:p>
        </p:txBody>
      </p:sp>
      <p:pic>
        <p:nvPicPr>
          <p:cNvPr id="12" name="Picture 11" descr="A kitchen with white cabinets and appliances&#10;&#10;Description automatically generated">
            <a:extLst>
              <a:ext uri="{FF2B5EF4-FFF2-40B4-BE49-F238E27FC236}">
                <a16:creationId xmlns:a16="http://schemas.microsoft.com/office/drawing/2014/main" id="{338039F2-14B5-BB5E-4368-E9B77A849C7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608" y="3429000"/>
            <a:ext cx="2706783" cy="2029493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4137375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78287" y="575342"/>
            <a:ext cx="777448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Welcome to the experiment!</a:t>
            </a:r>
          </a:p>
          <a:p>
            <a:r>
              <a:rPr lang="en-US" sz="2400" dirty="0"/>
              <a:t>You will perform a </a:t>
            </a:r>
            <a:r>
              <a:rPr lang="en-US" sz="2400" b="1" dirty="0"/>
              <a:t>rating task.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We will present you with images of </a:t>
            </a:r>
            <a:r>
              <a:rPr lang="en-US" sz="2400" b="1" dirty="0"/>
              <a:t>bathrooms</a:t>
            </a:r>
            <a:r>
              <a:rPr lang="en-US" sz="2400" dirty="0"/>
              <a:t>. The images will be shown for 1.5 seconds. Your task is to provide your personal rating of the image on a scale from </a:t>
            </a:r>
            <a:r>
              <a:rPr lang="en-US" sz="2400" b="1" dirty="0"/>
              <a:t>1 to 7.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Press the </a:t>
            </a:r>
            <a:r>
              <a:rPr lang="en-US" sz="2400" b="1" dirty="0"/>
              <a:t>right arrow key</a:t>
            </a:r>
            <a:r>
              <a:rPr lang="en-US" sz="2400" dirty="0"/>
              <a:t> to proceed</a:t>
            </a:r>
          </a:p>
          <a:p>
            <a:r>
              <a:rPr lang="en-US" sz="2400" dirty="0"/>
              <a:t> </a:t>
            </a:r>
          </a:p>
          <a:p>
            <a:endParaRPr lang="en-US" sz="2400" dirty="0"/>
          </a:p>
        </p:txBody>
      </p:sp>
      <p:pic>
        <p:nvPicPr>
          <p:cNvPr id="9" name="Picture 8" descr="A bathroom with a sink and toilet&#10;&#10;Description automatically generated">
            <a:extLst>
              <a:ext uri="{FF2B5EF4-FFF2-40B4-BE49-F238E27FC236}">
                <a16:creationId xmlns:a16="http://schemas.microsoft.com/office/drawing/2014/main" id="{1A89498A-8CFB-C0CE-E327-0F29E32E2FB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608" y="3336458"/>
            <a:ext cx="2706783" cy="2030087"/>
          </a:xfrm>
          <a:prstGeom prst="rect">
            <a:avLst/>
          </a:prstGeom>
          <a:solidFill>
            <a:schemeClr val="tx1"/>
          </a:solidFill>
          <a:ln w="28575">
            <a:solidFill>
              <a:srgbClr val="FF66FF"/>
            </a:solidFill>
          </a:ln>
        </p:spPr>
      </p:pic>
    </p:spTree>
    <p:extLst>
      <p:ext uri="{BB962C8B-B14F-4D97-AF65-F5344CB8AC3E}">
        <p14:creationId xmlns:p14="http://schemas.microsoft.com/office/powerpoint/2010/main" val="3355149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78287" y="315671"/>
            <a:ext cx="7774486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rating task will be on </a:t>
            </a:r>
            <a:r>
              <a:rPr lang="en-US" sz="2400" b="1" dirty="0"/>
              <a:t>typicality.</a:t>
            </a:r>
          </a:p>
          <a:p>
            <a:endParaRPr lang="en-US" sz="24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Please provide your judgment on the extent to which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0F0F"/>
                </a:solidFill>
                <a:effectLst/>
              </a:rPr>
              <a:t> the presented scene is a typical version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0F0F"/>
                </a:solidFill>
                <a:effectLst/>
              </a:rPr>
              <a:t>of its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scene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0F0F"/>
                </a:solidFill>
                <a:effectLst/>
              </a:rPr>
              <a:t>category (kitchen/bathroom).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For a</a:t>
            </a:r>
            <a:r>
              <a:rPr lang="en-US" sz="2400" b="1" dirty="0"/>
              <a:t> very typical </a:t>
            </a:r>
            <a:r>
              <a:rPr lang="en-US" sz="2400" dirty="0"/>
              <a:t>scene </a:t>
            </a:r>
            <a:r>
              <a:rPr lang="en-US" sz="2400" b="1" dirty="0"/>
              <a:t>press “7” </a:t>
            </a:r>
            <a:r>
              <a:rPr lang="en-US" sz="2400" dirty="0"/>
              <a:t>and for a </a:t>
            </a:r>
            <a:r>
              <a:rPr lang="en-US" sz="2400" b="1" dirty="0"/>
              <a:t>totally atypical </a:t>
            </a:r>
            <a:r>
              <a:rPr lang="en-US" sz="2400" dirty="0"/>
              <a:t>scene</a:t>
            </a:r>
            <a:r>
              <a:rPr lang="en-US" sz="2400" b="1" dirty="0"/>
              <a:t> press “1”.</a:t>
            </a:r>
          </a:p>
          <a:p>
            <a:endParaRPr lang="en-US" sz="2400" b="1" dirty="0"/>
          </a:p>
          <a:p>
            <a:r>
              <a:rPr lang="en-US" sz="2400" dirty="0"/>
              <a:t>To confirm your answer press </a:t>
            </a:r>
            <a:br>
              <a:rPr lang="en-US" sz="2400" dirty="0"/>
            </a:br>
            <a:r>
              <a:rPr lang="en-US" sz="2400" dirty="0"/>
              <a:t>the space bar.</a:t>
            </a:r>
          </a:p>
          <a:p>
            <a:endParaRPr lang="en-US" sz="2400" dirty="0"/>
          </a:p>
          <a:p>
            <a:r>
              <a:rPr lang="en-US" sz="2400" dirty="0"/>
              <a:t>Take your time. </a:t>
            </a:r>
          </a:p>
          <a:p>
            <a:r>
              <a:rPr lang="en-US" sz="2400" dirty="0"/>
              <a:t>No speed pressure in this task. 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Press the </a:t>
            </a:r>
            <a:r>
              <a:rPr lang="en-US" sz="2400" b="1" dirty="0"/>
              <a:t>right arrow key </a:t>
            </a:r>
            <a:r>
              <a:rPr lang="en-US" sz="2400" dirty="0"/>
              <a:t>to </a:t>
            </a:r>
            <a:r>
              <a:rPr lang="en-US" sz="2400" b="1" dirty="0"/>
              <a:t>proceed</a:t>
            </a:r>
            <a:r>
              <a:rPr lang="en-US" sz="2400" dirty="0"/>
              <a:t> or the </a:t>
            </a:r>
            <a:r>
              <a:rPr lang="en-US" sz="2400" b="1" dirty="0"/>
              <a:t>left arrow key</a:t>
            </a:r>
            <a:r>
              <a:rPr lang="en-US" sz="2400" dirty="0"/>
              <a:t> to return to the </a:t>
            </a:r>
            <a:r>
              <a:rPr lang="en-US" sz="2400" b="1" dirty="0"/>
              <a:t>previous slide</a:t>
            </a:r>
          </a:p>
          <a:p>
            <a:pPr algn="ctr"/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D93483-E00C-4B3D-0016-4FAE33DDA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721" y="3006774"/>
            <a:ext cx="2515313" cy="24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977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78287" y="315671"/>
            <a:ext cx="7774486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rating task will be on </a:t>
            </a:r>
            <a:r>
              <a:rPr lang="en-US" sz="2400" b="1" dirty="0"/>
              <a:t>familiarity.</a:t>
            </a:r>
          </a:p>
          <a:p>
            <a:endParaRPr lang="en-US" sz="2400" b="1" dirty="0"/>
          </a:p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Please provide your judgment on the extent to which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0F0F"/>
                </a:solidFill>
                <a:effectLst/>
              </a:rPr>
              <a:t> the presented scene </a:t>
            </a:r>
            <a:r>
              <a:rPr lang="en-US" sz="2400" dirty="0"/>
              <a:t>resembles places you have lived in or where you spent a substantial amount of time during your life. </a:t>
            </a:r>
          </a:p>
          <a:p>
            <a:endParaRPr lang="en-US" sz="2400" dirty="0"/>
          </a:p>
          <a:p>
            <a:r>
              <a:rPr lang="en-US" sz="2400" dirty="0"/>
              <a:t>For a</a:t>
            </a:r>
            <a:r>
              <a:rPr lang="en-US" sz="2400" b="1" dirty="0"/>
              <a:t> very familiar </a:t>
            </a:r>
            <a:r>
              <a:rPr lang="en-US" sz="2400" dirty="0"/>
              <a:t>scene </a:t>
            </a:r>
            <a:r>
              <a:rPr lang="en-US" sz="2400" b="1" dirty="0"/>
              <a:t>press “7” </a:t>
            </a:r>
            <a:r>
              <a:rPr lang="en-US" sz="2400" dirty="0"/>
              <a:t>and for a </a:t>
            </a:r>
            <a:r>
              <a:rPr lang="en-US" sz="2400" b="1" dirty="0"/>
              <a:t>totally unfamiliar </a:t>
            </a:r>
            <a:r>
              <a:rPr lang="en-US" sz="2400" dirty="0"/>
              <a:t>scene</a:t>
            </a:r>
            <a:r>
              <a:rPr lang="en-US" sz="2400" b="1" dirty="0"/>
              <a:t> press “1”.</a:t>
            </a:r>
          </a:p>
          <a:p>
            <a:endParaRPr lang="en-US" sz="2400" b="1" dirty="0"/>
          </a:p>
          <a:p>
            <a:r>
              <a:rPr lang="en-US" sz="2400" dirty="0"/>
              <a:t>To confirm your answer press </a:t>
            </a:r>
            <a:br>
              <a:rPr lang="en-US" sz="2400" dirty="0"/>
            </a:br>
            <a:r>
              <a:rPr lang="en-US" sz="2400" dirty="0"/>
              <a:t>the space bar.</a:t>
            </a:r>
          </a:p>
          <a:p>
            <a:endParaRPr lang="en-US" sz="2400" dirty="0"/>
          </a:p>
          <a:p>
            <a:r>
              <a:rPr lang="en-US" sz="2400" dirty="0"/>
              <a:t>Take your time. </a:t>
            </a:r>
          </a:p>
          <a:p>
            <a:r>
              <a:rPr lang="en-US" sz="2400" dirty="0"/>
              <a:t>No speed pressure in this task. 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Press the </a:t>
            </a:r>
            <a:r>
              <a:rPr lang="en-US" sz="2400" b="1" dirty="0"/>
              <a:t>right arrow key </a:t>
            </a:r>
            <a:r>
              <a:rPr lang="en-US" sz="2400" dirty="0"/>
              <a:t>to </a:t>
            </a:r>
            <a:r>
              <a:rPr lang="en-US" sz="2400" b="1" dirty="0"/>
              <a:t>proceed</a:t>
            </a:r>
            <a:r>
              <a:rPr lang="en-US" sz="2400" dirty="0"/>
              <a:t> or the </a:t>
            </a:r>
            <a:r>
              <a:rPr lang="en-US" sz="2400" b="1" dirty="0"/>
              <a:t>left arrow key</a:t>
            </a:r>
            <a:r>
              <a:rPr lang="en-US" sz="2400" dirty="0"/>
              <a:t> to return to the </a:t>
            </a:r>
            <a:r>
              <a:rPr lang="en-US" sz="2400" b="1" dirty="0"/>
              <a:t>previous slide</a:t>
            </a:r>
          </a:p>
          <a:p>
            <a:pPr algn="ctr"/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D93483-E00C-4B3D-0016-4FAE33DDA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721" y="3006774"/>
            <a:ext cx="2515313" cy="24692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C2AABB-8846-1FEC-24FE-2D1D9A673E7C}"/>
              </a:ext>
            </a:extLst>
          </p:cNvPr>
          <p:cNvSpPr txBox="1"/>
          <p:nvPr/>
        </p:nvSpPr>
        <p:spPr>
          <a:xfrm>
            <a:off x="7296150" y="4071712"/>
            <a:ext cx="976313" cy="307777"/>
          </a:xfrm>
          <a:prstGeom prst="rect">
            <a:avLst/>
          </a:prstGeom>
          <a:solidFill>
            <a:srgbClr val="7D7D7D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familiarity</a:t>
            </a:r>
          </a:p>
        </p:txBody>
      </p:sp>
    </p:spTree>
    <p:extLst>
      <p:ext uri="{BB962C8B-B14F-4D97-AF65-F5344CB8AC3E}">
        <p14:creationId xmlns:p14="http://schemas.microsoft.com/office/powerpoint/2010/main" val="3615114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78287" y="315671"/>
            <a:ext cx="7774486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rating task will be on </a:t>
            </a:r>
            <a:r>
              <a:rPr lang="en-US" sz="2400" b="1" dirty="0"/>
              <a:t>aesthetic attractiveness.</a:t>
            </a:r>
          </a:p>
          <a:p>
            <a:endParaRPr lang="en-US" sz="2400" b="1" dirty="0"/>
          </a:p>
          <a:p>
            <a:r>
              <a:rPr lang="en-US" sz="2400" dirty="0"/>
              <a:t>Please provide your personal judgment on the aesthetic appeal of the presented scene. In other word how beautiful the scene appears </a:t>
            </a:r>
            <a:r>
              <a:rPr lang="en-US" sz="2400"/>
              <a:t>to you.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For a</a:t>
            </a:r>
            <a:r>
              <a:rPr lang="en-US" sz="2400" b="1" dirty="0"/>
              <a:t> very aesthetic </a:t>
            </a:r>
            <a:r>
              <a:rPr lang="en-US" sz="2400" dirty="0"/>
              <a:t>scene of a </a:t>
            </a:r>
            <a:r>
              <a:rPr lang="en-US" sz="2400" b="1" dirty="0"/>
              <a:t>press “7” </a:t>
            </a:r>
            <a:r>
              <a:rPr lang="en-US" sz="2400" dirty="0"/>
              <a:t>and for a </a:t>
            </a:r>
            <a:r>
              <a:rPr lang="en-US" sz="2400" b="1" dirty="0"/>
              <a:t>very unaesthetic </a:t>
            </a:r>
            <a:r>
              <a:rPr lang="en-US" sz="2400" dirty="0"/>
              <a:t>scene</a:t>
            </a:r>
            <a:r>
              <a:rPr lang="en-US" sz="2400" b="1" dirty="0"/>
              <a:t> press “1”.</a:t>
            </a:r>
          </a:p>
          <a:p>
            <a:endParaRPr lang="en-US" sz="2400" b="1" dirty="0"/>
          </a:p>
          <a:p>
            <a:r>
              <a:rPr lang="en-US" sz="2400" dirty="0"/>
              <a:t>To confirm your answer press </a:t>
            </a:r>
            <a:br>
              <a:rPr lang="en-US" sz="2400" dirty="0"/>
            </a:br>
            <a:r>
              <a:rPr lang="en-US" sz="2400" dirty="0"/>
              <a:t>the space bar</a:t>
            </a:r>
          </a:p>
          <a:p>
            <a:endParaRPr lang="en-US" sz="2400" dirty="0"/>
          </a:p>
          <a:p>
            <a:r>
              <a:rPr lang="en-US" sz="2400" dirty="0"/>
              <a:t>Take your time. </a:t>
            </a:r>
          </a:p>
          <a:p>
            <a:r>
              <a:rPr lang="en-US" sz="2400" dirty="0"/>
              <a:t>No speed pressure in this task. 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Press the </a:t>
            </a:r>
            <a:r>
              <a:rPr lang="en-US" sz="2400" b="1" dirty="0"/>
              <a:t>right arrow key </a:t>
            </a:r>
            <a:r>
              <a:rPr lang="en-US" sz="2400" dirty="0"/>
              <a:t>to </a:t>
            </a:r>
            <a:r>
              <a:rPr lang="en-US" sz="2400" b="1" dirty="0"/>
              <a:t>proceed</a:t>
            </a:r>
            <a:r>
              <a:rPr lang="en-US" sz="2400" dirty="0"/>
              <a:t> or the </a:t>
            </a:r>
            <a:r>
              <a:rPr lang="en-US" sz="2400" b="1" dirty="0"/>
              <a:t>left arrow key</a:t>
            </a:r>
            <a:r>
              <a:rPr lang="en-US" sz="2400" dirty="0"/>
              <a:t> to return to the </a:t>
            </a:r>
            <a:r>
              <a:rPr lang="en-US" sz="2400" b="1" dirty="0"/>
              <a:t>previous slide</a:t>
            </a:r>
          </a:p>
          <a:p>
            <a:pPr algn="ctr"/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D93483-E00C-4B3D-0016-4FAE33DDA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721" y="3006774"/>
            <a:ext cx="2515313" cy="24692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B505824-B206-4DFC-2B55-62AF7F83A0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058"/>
          <a:stretch/>
        </p:blipFill>
        <p:spPr>
          <a:xfrm>
            <a:off x="7312212" y="4050459"/>
            <a:ext cx="879288" cy="41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728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78287" y="315671"/>
            <a:ext cx="7774486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rating task will be on </a:t>
            </a:r>
            <a:r>
              <a:rPr lang="en-US" sz="2400" b="1" dirty="0"/>
              <a:t>usability.</a:t>
            </a:r>
          </a:p>
          <a:p>
            <a:endParaRPr lang="en-US" sz="24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0F0F0F"/>
                </a:solidFill>
                <a:effectLst/>
              </a:rPr>
              <a:t>Please 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0F0F0F"/>
                </a:solidFill>
                <a:effectLst/>
              </a:rPr>
              <a:t>e your personal judgment on the usability/practicability presented scene i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 you were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rgbClr val="0F0F0F"/>
                </a:solidFill>
                <a:effectLst/>
              </a:rPr>
              <a:t> to interact with </a:t>
            </a:r>
            <a:r>
              <a:rPr lang="en-US" altLang="en-US" sz="2400" dirty="0">
                <a:solidFill>
                  <a:srgbClr val="0F0F0F"/>
                </a:solidFill>
              </a:rPr>
              <a:t>it</a:t>
            </a:r>
            <a:r>
              <a:rPr kumimoji="0" lang="en-US" altLang="en-US" sz="2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For a</a:t>
            </a:r>
            <a:r>
              <a:rPr lang="en-US" sz="2400" b="1" dirty="0"/>
              <a:t> very practical </a:t>
            </a:r>
            <a:r>
              <a:rPr lang="en-US" sz="2400" dirty="0"/>
              <a:t>scene of a </a:t>
            </a:r>
            <a:r>
              <a:rPr lang="en-US" sz="2400" b="1" dirty="0"/>
              <a:t>press “7” </a:t>
            </a:r>
            <a:r>
              <a:rPr lang="en-US" sz="2400" dirty="0"/>
              <a:t>and for a </a:t>
            </a:r>
            <a:r>
              <a:rPr lang="en-US" sz="2400" b="1" dirty="0"/>
              <a:t>very unpractical </a:t>
            </a:r>
            <a:r>
              <a:rPr lang="en-US" sz="2400" dirty="0"/>
              <a:t>scene</a:t>
            </a:r>
            <a:r>
              <a:rPr lang="en-US" sz="2400" b="1" dirty="0"/>
              <a:t> press “1”.</a:t>
            </a:r>
          </a:p>
          <a:p>
            <a:endParaRPr lang="en-US" sz="2400" b="1" dirty="0"/>
          </a:p>
          <a:p>
            <a:r>
              <a:rPr lang="en-US" sz="2400" dirty="0"/>
              <a:t>To confirm your answer press </a:t>
            </a:r>
            <a:br>
              <a:rPr lang="en-US" sz="2400" dirty="0"/>
            </a:br>
            <a:r>
              <a:rPr lang="en-US" sz="2400" dirty="0"/>
              <a:t>the space bar</a:t>
            </a:r>
          </a:p>
          <a:p>
            <a:endParaRPr lang="en-US" sz="2400" dirty="0"/>
          </a:p>
          <a:p>
            <a:r>
              <a:rPr lang="en-US" sz="2400" dirty="0"/>
              <a:t>Take your time. </a:t>
            </a:r>
          </a:p>
          <a:p>
            <a:r>
              <a:rPr lang="en-US" sz="2400" dirty="0"/>
              <a:t>No speed pressure in this task. 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Press the </a:t>
            </a:r>
            <a:r>
              <a:rPr lang="en-US" sz="2400" b="1" dirty="0"/>
              <a:t>right arrow key </a:t>
            </a:r>
            <a:r>
              <a:rPr lang="en-US" sz="2400" dirty="0"/>
              <a:t>to </a:t>
            </a:r>
            <a:r>
              <a:rPr lang="en-US" sz="2400" b="1" dirty="0"/>
              <a:t>proceed</a:t>
            </a:r>
            <a:r>
              <a:rPr lang="en-US" sz="2400" dirty="0"/>
              <a:t> or the </a:t>
            </a:r>
            <a:r>
              <a:rPr lang="en-US" sz="2400" b="1" dirty="0"/>
              <a:t>left arrow key</a:t>
            </a:r>
            <a:r>
              <a:rPr lang="en-US" sz="2400" dirty="0"/>
              <a:t> to return to the </a:t>
            </a:r>
            <a:r>
              <a:rPr lang="en-US" sz="2400" b="1" dirty="0"/>
              <a:t>previous slide</a:t>
            </a:r>
          </a:p>
          <a:p>
            <a:pPr algn="ctr"/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D93483-E00C-4B3D-0016-4FAE33DDA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721" y="3006774"/>
            <a:ext cx="2515313" cy="24692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B2A327-0C87-87EE-7943-D8A7CD794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924" y="4035697"/>
            <a:ext cx="818863" cy="46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3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78287" y="315671"/>
            <a:ext cx="7774486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rating task will be on </a:t>
            </a:r>
            <a:r>
              <a:rPr lang="en-US" sz="2400" b="1" dirty="0"/>
              <a:t>visual complexity.</a:t>
            </a:r>
          </a:p>
          <a:p>
            <a:endParaRPr lang="en-US" sz="2400" b="1" dirty="0"/>
          </a:p>
          <a:p>
            <a:r>
              <a:rPr lang="en-US" sz="2400" dirty="0"/>
              <a:t>Please provide your personal judgment on the </a:t>
            </a:r>
            <a:r>
              <a:rPr lang="en-US" sz="2400"/>
              <a:t>complexity of </a:t>
            </a:r>
            <a:r>
              <a:rPr lang="en-US" sz="2400" dirty="0"/>
              <a:t>the presented scene. You can think of complexity as the number of different elements appearing in a scene.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For a</a:t>
            </a:r>
            <a:r>
              <a:rPr lang="en-US" sz="2400" b="1" dirty="0"/>
              <a:t> very complex </a:t>
            </a:r>
            <a:r>
              <a:rPr lang="en-US" sz="2400" dirty="0"/>
              <a:t>scene of a </a:t>
            </a:r>
            <a:r>
              <a:rPr lang="en-US" sz="2400" b="1" dirty="0"/>
              <a:t>press “7” </a:t>
            </a:r>
            <a:r>
              <a:rPr lang="en-US" sz="2400" dirty="0"/>
              <a:t>and for a </a:t>
            </a:r>
            <a:r>
              <a:rPr lang="en-US" sz="2400" b="1" dirty="0"/>
              <a:t>very simple </a:t>
            </a:r>
            <a:r>
              <a:rPr lang="en-US" sz="2400" dirty="0"/>
              <a:t>scene</a:t>
            </a:r>
            <a:r>
              <a:rPr lang="en-US" sz="2400" b="1" dirty="0"/>
              <a:t> press “1”.</a:t>
            </a:r>
          </a:p>
          <a:p>
            <a:endParaRPr lang="en-US" sz="2400" b="1" dirty="0"/>
          </a:p>
          <a:p>
            <a:r>
              <a:rPr lang="en-US" sz="2400" dirty="0"/>
              <a:t>To confirm your answer press </a:t>
            </a:r>
            <a:br>
              <a:rPr lang="en-US" sz="2400" dirty="0"/>
            </a:br>
            <a:r>
              <a:rPr lang="en-US" sz="2400" dirty="0"/>
              <a:t>the space bar</a:t>
            </a:r>
          </a:p>
          <a:p>
            <a:endParaRPr lang="en-US" sz="2400" dirty="0"/>
          </a:p>
          <a:p>
            <a:r>
              <a:rPr lang="en-US" sz="2400" dirty="0"/>
              <a:t>Take your time. </a:t>
            </a:r>
          </a:p>
          <a:p>
            <a:r>
              <a:rPr lang="en-US" sz="2400" dirty="0"/>
              <a:t>No speed pressure in this task. 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Press the </a:t>
            </a:r>
            <a:r>
              <a:rPr lang="en-US" sz="2400" b="1" dirty="0"/>
              <a:t>right arrow key </a:t>
            </a:r>
            <a:r>
              <a:rPr lang="en-US" sz="2400" dirty="0"/>
              <a:t>to </a:t>
            </a:r>
            <a:r>
              <a:rPr lang="en-US" sz="2400" b="1" dirty="0"/>
              <a:t>proceed</a:t>
            </a:r>
            <a:r>
              <a:rPr lang="en-US" sz="2400" dirty="0"/>
              <a:t> or the </a:t>
            </a:r>
            <a:r>
              <a:rPr lang="en-US" sz="2400" b="1" dirty="0"/>
              <a:t>left arrow key</a:t>
            </a:r>
            <a:r>
              <a:rPr lang="en-US" sz="2400" dirty="0"/>
              <a:t> to return to the </a:t>
            </a:r>
            <a:r>
              <a:rPr lang="en-US" sz="2400" b="1" dirty="0"/>
              <a:t>previous slide</a:t>
            </a:r>
          </a:p>
          <a:p>
            <a:pPr algn="ctr"/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D93483-E00C-4B3D-0016-4FAE33DDA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721" y="3006774"/>
            <a:ext cx="2515313" cy="24692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F3C99D-19DD-3133-D3C1-E45D03C8E237}"/>
              </a:ext>
            </a:extLst>
          </p:cNvPr>
          <p:cNvSpPr txBox="1"/>
          <p:nvPr/>
        </p:nvSpPr>
        <p:spPr>
          <a:xfrm>
            <a:off x="7315200" y="4087500"/>
            <a:ext cx="976313" cy="276999"/>
          </a:xfrm>
          <a:prstGeom prst="rect">
            <a:avLst/>
          </a:prstGeom>
          <a:solidFill>
            <a:srgbClr val="7D7D7D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complexity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964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78287" y="294605"/>
            <a:ext cx="777448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/>
              <a:t>The experiment is divided in 2 blocks. Each block will last about 3 min. You will be able to rest between blocks.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Please do your best to remain focused and alert, and keep your eyes fixed on the center of the screen. </a:t>
            </a:r>
          </a:p>
          <a:p>
            <a:endParaRPr lang="en-US" sz="2400" dirty="0"/>
          </a:p>
          <a:p>
            <a:r>
              <a:rPr lang="en-US" sz="2400" dirty="0"/>
              <a:t>If you need a break, or have any questions, do not hesitate to ask the experimenter.</a:t>
            </a:r>
          </a:p>
          <a:p>
            <a:endParaRPr lang="en-US" sz="2400" dirty="0"/>
          </a:p>
          <a:p>
            <a:r>
              <a:rPr lang="en-US" sz="2400" dirty="0"/>
              <a:t>We will start with a few practice trials, and you will have a chance to ask questions before starting the experiment.</a:t>
            </a:r>
          </a:p>
          <a:p>
            <a:r>
              <a:rPr lang="en-US" sz="2400" b="1" dirty="0"/>
              <a:t>Good luck!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Press the </a:t>
            </a:r>
            <a:r>
              <a:rPr lang="en-US" sz="2400" b="1" dirty="0"/>
              <a:t>right arrow key </a:t>
            </a:r>
            <a:r>
              <a:rPr lang="en-US" sz="2400" dirty="0"/>
              <a:t>to </a:t>
            </a:r>
            <a:r>
              <a:rPr lang="en-US" sz="2400" b="1" dirty="0"/>
              <a:t>start the experiment</a:t>
            </a:r>
            <a:r>
              <a:rPr lang="en-US" sz="2400" dirty="0"/>
              <a:t> or the </a:t>
            </a:r>
            <a:r>
              <a:rPr lang="en-US" sz="2400" b="1" dirty="0"/>
              <a:t>left arrow key</a:t>
            </a:r>
            <a:r>
              <a:rPr lang="en-US" sz="2400" dirty="0"/>
              <a:t> to return to the </a:t>
            </a:r>
            <a:r>
              <a:rPr lang="en-US" sz="2400" b="1" dirty="0"/>
              <a:t>previous slide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290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1056</Words>
  <Application>Microsoft Office PowerPoint</Application>
  <PresentationFormat>Widescreen</PresentationFormat>
  <Paragraphs>179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Liad Mudrik</dc:creator>
  <cp:lastModifiedBy>Micha Engeser</cp:lastModifiedBy>
  <cp:revision>41</cp:revision>
  <dcterms:created xsi:type="dcterms:W3CDTF">2019-02-20T05:57:35Z</dcterms:created>
  <dcterms:modified xsi:type="dcterms:W3CDTF">2024-06-04T13:00:49Z</dcterms:modified>
</cp:coreProperties>
</file>